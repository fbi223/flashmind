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  <p:sldId id="257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66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5D476E-62C0-4E50-9572-35417A295D1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FC711F-C6CD-4656-8A17-869BA02790A2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Dodawanie, edytowanie oraz usuwanie fiszek</a:t>
          </a:r>
          <a:endParaRPr lang="en-US"/>
        </a:p>
      </dgm:t>
    </dgm:pt>
    <dgm:pt modelId="{6C858534-F3A4-45D9-87ED-3D5AE78AC04A}" type="parTrans" cxnId="{F0FFA0D4-B628-427B-993B-CDE42DBF1939}">
      <dgm:prSet/>
      <dgm:spPr/>
      <dgm:t>
        <a:bodyPr/>
        <a:lstStyle/>
        <a:p>
          <a:endParaRPr lang="en-US"/>
        </a:p>
      </dgm:t>
    </dgm:pt>
    <dgm:pt modelId="{40C9475F-AB10-4CC4-8A83-CD1F291DEEE7}" type="sibTrans" cxnId="{F0FFA0D4-B628-427B-993B-CDE42DBF193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86A42E-F31B-4C60-9F69-DE5C513C070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Kategoryzacja fiszek</a:t>
          </a:r>
          <a:endParaRPr lang="en-US"/>
        </a:p>
      </dgm:t>
    </dgm:pt>
    <dgm:pt modelId="{FB0529C4-ADCC-47A7-AEBE-71F2957A3084}" type="parTrans" cxnId="{C85213B4-BF20-44E7-A2BB-0CE32CBF416A}">
      <dgm:prSet/>
      <dgm:spPr/>
      <dgm:t>
        <a:bodyPr/>
        <a:lstStyle/>
        <a:p>
          <a:endParaRPr lang="en-US"/>
        </a:p>
      </dgm:t>
    </dgm:pt>
    <dgm:pt modelId="{C37F7C2F-847F-470F-8CDC-BB9A7A252924}" type="sibTrans" cxnId="{C85213B4-BF20-44E7-A2BB-0CE32CBF41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B7EF96-6ADE-41B2-BC04-4A8A9F00304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Operacje na kategoriach</a:t>
          </a:r>
          <a:endParaRPr lang="en-US"/>
        </a:p>
      </dgm:t>
    </dgm:pt>
    <dgm:pt modelId="{DAC1C8B9-06B2-4901-A31F-6C14E6D787BA}" type="parTrans" cxnId="{23065971-F4D3-4647-8CB2-7D5D03DC36A2}">
      <dgm:prSet/>
      <dgm:spPr/>
      <dgm:t>
        <a:bodyPr/>
        <a:lstStyle/>
        <a:p>
          <a:endParaRPr lang="en-US"/>
        </a:p>
      </dgm:t>
    </dgm:pt>
    <dgm:pt modelId="{D8222307-3A8B-4C2E-BB90-8C51049A151E}" type="sibTrans" cxnId="{23065971-F4D3-4647-8CB2-7D5D03DC36A2}">
      <dgm:prSet/>
      <dgm:spPr/>
      <dgm:t>
        <a:bodyPr/>
        <a:lstStyle/>
        <a:p>
          <a:endParaRPr lang="en-US"/>
        </a:p>
      </dgm:t>
    </dgm:pt>
    <dgm:pt modelId="{FBE70506-D911-4402-B961-4AB82D691B66}" type="pres">
      <dgm:prSet presAssocID="{945D476E-62C0-4E50-9572-35417A295D10}" presName="root" presStyleCnt="0">
        <dgm:presLayoutVars>
          <dgm:dir/>
          <dgm:resizeHandles val="exact"/>
        </dgm:presLayoutVars>
      </dgm:prSet>
      <dgm:spPr/>
    </dgm:pt>
    <dgm:pt modelId="{B094683B-AD75-4796-A0EE-E73D4B27E1E6}" type="pres">
      <dgm:prSet presAssocID="{945D476E-62C0-4E50-9572-35417A295D10}" presName="container" presStyleCnt="0">
        <dgm:presLayoutVars>
          <dgm:dir/>
          <dgm:resizeHandles val="exact"/>
        </dgm:presLayoutVars>
      </dgm:prSet>
      <dgm:spPr/>
    </dgm:pt>
    <dgm:pt modelId="{1B18268E-B3E4-452A-84EC-5EB88DE008E8}" type="pres">
      <dgm:prSet presAssocID="{B7FC711F-C6CD-4656-8A17-869BA02790A2}" presName="compNode" presStyleCnt="0"/>
      <dgm:spPr/>
    </dgm:pt>
    <dgm:pt modelId="{CB4F2FE0-E1A4-42A7-AC04-2B68C96DBB63}" type="pres">
      <dgm:prSet presAssocID="{B7FC711F-C6CD-4656-8A17-869BA02790A2}" presName="iconBgRect" presStyleLbl="bgShp" presStyleIdx="0" presStyleCnt="3"/>
      <dgm:spPr/>
    </dgm:pt>
    <dgm:pt modelId="{4DE1AD07-D5CB-4958-B537-74097C6D61E8}" type="pres">
      <dgm:prSet presAssocID="{B7FC711F-C6CD-4656-8A17-869BA02790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uj"/>
        </a:ext>
      </dgm:extLst>
    </dgm:pt>
    <dgm:pt modelId="{3CBD0269-C9D7-499F-9F4C-1A95889B5909}" type="pres">
      <dgm:prSet presAssocID="{B7FC711F-C6CD-4656-8A17-869BA02790A2}" presName="spaceRect" presStyleCnt="0"/>
      <dgm:spPr/>
    </dgm:pt>
    <dgm:pt modelId="{9E6820C7-8592-4868-B4A2-2B1D998941BD}" type="pres">
      <dgm:prSet presAssocID="{B7FC711F-C6CD-4656-8A17-869BA02790A2}" presName="textRect" presStyleLbl="revTx" presStyleIdx="0" presStyleCnt="3">
        <dgm:presLayoutVars>
          <dgm:chMax val="1"/>
          <dgm:chPref val="1"/>
        </dgm:presLayoutVars>
      </dgm:prSet>
      <dgm:spPr/>
    </dgm:pt>
    <dgm:pt modelId="{F6128396-2C1B-4B3A-BE9D-19437A1B465A}" type="pres">
      <dgm:prSet presAssocID="{40C9475F-AB10-4CC4-8A83-CD1F291DEEE7}" presName="sibTrans" presStyleLbl="sibTrans2D1" presStyleIdx="0" presStyleCnt="0"/>
      <dgm:spPr/>
    </dgm:pt>
    <dgm:pt modelId="{0B230990-6860-409C-A3D8-04B17DAB1BAD}" type="pres">
      <dgm:prSet presAssocID="{0686A42E-F31B-4C60-9F69-DE5C513C0704}" presName="compNode" presStyleCnt="0"/>
      <dgm:spPr/>
    </dgm:pt>
    <dgm:pt modelId="{F3EADEC5-ABB4-4CFC-8E9F-755C1141C16A}" type="pres">
      <dgm:prSet presAssocID="{0686A42E-F31B-4C60-9F69-DE5C513C0704}" presName="iconBgRect" presStyleLbl="bgShp" presStyleIdx="1" presStyleCnt="3"/>
      <dgm:spPr/>
    </dgm:pt>
    <dgm:pt modelId="{E00673A3-B99B-4CF4-8BE2-D45A1BD7E0CF}" type="pres">
      <dgm:prSet presAssocID="{0686A42E-F31B-4C60-9F69-DE5C513C070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147302E5-467D-4C58-A13B-3472127E2465}" type="pres">
      <dgm:prSet presAssocID="{0686A42E-F31B-4C60-9F69-DE5C513C0704}" presName="spaceRect" presStyleCnt="0"/>
      <dgm:spPr/>
    </dgm:pt>
    <dgm:pt modelId="{B4DC64E4-FC56-43F1-8EBD-06510887E7A9}" type="pres">
      <dgm:prSet presAssocID="{0686A42E-F31B-4C60-9F69-DE5C513C0704}" presName="textRect" presStyleLbl="revTx" presStyleIdx="1" presStyleCnt="3">
        <dgm:presLayoutVars>
          <dgm:chMax val="1"/>
          <dgm:chPref val="1"/>
        </dgm:presLayoutVars>
      </dgm:prSet>
      <dgm:spPr/>
    </dgm:pt>
    <dgm:pt modelId="{E60A5399-6478-4D47-8AC1-A3276E15A5A8}" type="pres">
      <dgm:prSet presAssocID="{C37F7C2F-847F-470F-8CDC-BB9A7A252924}" presName="sibTrans" presStyleLbl="sibTrans2D1" presStyleIdx="0" presStyleCnt="0"/>
      <dgm:spPr/>
    </dgm:pt>
    <dgm:pt modelId="{C0B850F8-F475-4388-B2C2-CCE0A400CDF0}" type="pres">
      <dgm:prSet presAssocID="{74B7EF96-6ADE-41B2-BC04-4A8A9F003048}" presName="compNode" presStyleCnt="0"/>
      <dgm:spPr/>
    </dgm:pt>
    <dgm:pt modelId="{2AEA76BE-42D3-48E8-97FA-DD5A8B5EB331}" type="pres">
      <dgm:prSet presAssocID="{74B7EF96-6ADE-41B2-BC04-4A8A9F003048}" presName="iconBgRect" presStyleLbl="bgShp" presStyleIdx="2" presStyleCnt="3"/>
      <dgm:spPr/>
    </dgm:pt>
    <dgm:pt modelId="{46FA7001-2790-49B1-8D86-ED617E2C5FDC}" type="pres">
      <dgm:prSet presAssocID="{74B7EF96-6ADE-41B2-BC04-4A8A9F0030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B88FB3C1-FD0A-4D0E-AFCA-11CBCDCB1B68}" type="pres">
      <dgm:prSet presAssocID="{74B7EF96-6ADE-41B2-BC04-4A8A9F003048}" presName="spaceRect" presStyleCnt="0"/>
      <dgm:spPr/>
    </dgm:pt>
    <dgm:pt modelId="{55F55FE3-3CED-4D88-9CA8-6547680D215F}" type="pres">
      <dgm:prSet presAssocID="{74B7EF96-6ADE-41B2-BC04-4A8A9F0030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E9A007-F070-4EA8-93DB-2D0B731C5CD6}" type="presOf" srcId="{0686A42E-F31B-4C60-9F69-DE5C513C0704}" destId="{B4DC64E4-FC56-43F1-8EBD-06510887E7A9}" srcOrd="0" destOrd="0" presId="urn:microsoft.com/office/officeart/2018/2/layout/IconCircleList"/>
    <dgm:cxn modelId="{28D8C80E-0105-45B5-B248-A424F60393A0}" type="presOf" srcId="{945D476E-62C0-4E50-9572-35417A295D10}" destId="{FBE70506-D911-4402-B961-4AB82D691B66}" srcOrd="0" destOrd="0" presId="urn:microsoft.com/office/officeart/2018/2/layout/IconCircleList"/>
    <dgm:cxn modelId="{23065971-F4D3-4647-8CB2-7D5D03DC36A2}" srcId="{945D476E-62C0-4E50-9572-35417A295D10}" destId="{74B7EF96-6ADE-41B2-BC04-4A8A9F003048}" srcOrd="2" destOrd="0" parTransId="{DAC1C8B9-06B2-4901-A31F-6C14E6D787BA}" sibTransId="{D8222307-3A8B-4C2E-BB90-8C51049A151E}"/>
    <dgm:cxn modelId="{C85213B4-BF20-44E7-A2BB-0CE32CBF416A}" srcId="{945D476E-62C0-4E50-9572-35417A295D10}" destId="{0686A42E-F31B-4C60-9F69-DE5C513C0704}" srcOrd="1" destOrd="0" parTransId="{FB0529C4-ADCC-47A7-AEBE-71F2957A3084}" sibTransId="{C37F7C2F-847F-470F-8CDC-BB9A7A252924}"/>
    <dgm:cxn modelId="{F0FFA0D4-B628-427B-993B-CDE42DBF1939}" srcId="{945D476E-62C0-4E50-9572-35417A295D10}" destId="{B7FC711F-C6CD-4656-8A17-869BA02790A2}" srcOrd="0" destOrd="0" parTransId="{6C858534-F3A4-45D9-87ED-3D5AE78AC04A}" sibTransId="{40C9475F-AB10-4CC4-8A83-CD1F291DEEE7}"/>
    <dgm:cxn modelId="{B07046DD-90A4-4E41-9DDF-F47C43217891}" type="presOf" srcId="{C37F7C2F-847F-470F-8CDC-BB9A7A252924}" destId="{E60A5399-6478-4D47-8AC1-A3276E15A5A8}" srcOrd="0" destOrd="0" presId="urn:microsoft.com/office/officeart/2018/2/layout/IconCircleList"/>
    <dgm:cxn modelId="{D865ADDE-B7BD-41BC-8705-50D5ECCFF855}" type="presOf" srcId="{40C9475F-AB10-4CC4-8A83-CD1F291DEEE7}" destId="{F6128396-2C1B-4B3A-BE9D-19437A1B465A}" srcOrd="0" destOrd="0" presId="urn:microsoft.com/office/officeart/2018/2/layout/IconCircleList"/>
    <dgm:cxn modelId="{F674D2EE-8CBF-41B9-BA89-4DA134DA6952}" type="presOf" srcId="{B7FC711F-C6CD-4656-8A17-869BA02790A2}" destId="{9E6820C7-8592-4868-B4A2-2B1D998941BD}" srcOrd="0" destOrd="0" presId="urn:microsoft.com/office/officeart/2018/2/layout/IconCircleList"/>
    <dgm:cxn modelId="{ADA55FFC-DDF4-4B29-B366-6180A0A3402E}" type="presOf" srcId="{74B7EF96-6ADE-41B2-BC04-4A8A9F003048}" destId="{55F55FE3-3CED-4D88-9CA8-6547680D215F}" srcOrd="0" destOrd="0" presId="urn:microsoft.com/office/officeart/2018/2/layout/IconCircleList"/>
    <dgm:cxn modelId="{6A393572-C060-4051-AB48-351B64B32FBD}" type="presParOf" srcId="{FBE70506-D911-4402-B961-4AB82D691B66}" destId="{B094683B-AD75-4796-A0EE-E73D4B27E1E6}" srcOrd="0" destOrd="0" presId="urn:microsoft.com/office/officeart/2018/2/layout/IconCircleList"/>
    <dgm:cxn modelId="{A8F8C530-91FD-49F9-BB8B-B6C965D6FE1D}" type="presParOf" srcId="{B094683B-AD75-4796-A0EE-E73D4B27E1E6}" destId="{1B18268E-B3E4-452A-84EC-5EB88DE008E8}" srcOrd="0" destOrd="0" presId="urn:microsoft.com/office/officeart/2018/2/layout/IconCircleList"/>
    <dgm:cxn modelId="{9E9B92F6-5D58-4609-A569-D18FCFFC1FDE}" type="presParOf" srcId="{1B18268E-B3E4-452A-84EC-5EB88DE008E8}" destId="{CB4F2FE0-E1A4-42A7-AC04-2B68C96DBB63}" srcOrd="0" destOrd="0" presId="urn:microsoft.com/office/officeart/2018/2/layout/IconCircleList"/>
    <dgm:cxn modelId="{F5F8460A-C7DE-49A3-B8E3-2F662238FE54}" type="presParOf" srcId="{1B18268E-B3E4-452A-84EC-5EB88DE008E8}" destId="{4DE1AD07-D5CB-4958-B537-74097C6D61E8}" srcOrd="1" destOrd="0" presId="urn:microsoft.com/office/officeart/2018/2/layout/IconCircleList"/>
    <dgm:cxn modelId="{C1115A29-9E22-49AC-A7CD-1054528B7BFF}" type="presParOf" srcId="{1B18268E-B3E4-452A-84EC-5EB88DE008E8}" destId="{3CBD0269-C9D7-499F-9F4C-1A95889B5909}" srcOrd="2" destOrd="0" presId="urn:microsoft.com/office/officeart/2018/2/layout/IconCircleList"/>
    <dgm:cxn modelId="{720FDAAA-2039-4B5C-A515-99B4FD443BDE}" type="presParOf" srcId="{1B18268E-B3E4-452A-84EC-5EB88DE008E8}" destId="{9E6820C7-8592-4868-B4A2-2B1D998941BD}" srcOrd="3" destOrd="0" presId="urn:microsoft.com/office/officeart/2018/2/layout/IconCircleList"/>
    <dgm:cxn modelId="{321F3254-C497-493A-90A9-8F95F25B3D5A}" type="presParOf" srcId="{B094683B-AD75-4796-A0EE-E73D4B27E1E6}" destId="{F6128396-2C1B-4B3A-BE9D-19437A1B465A}" srcOrd="1" destOrd="0" presId="urn:microsoft.com/office/officeart/2018/2/layout/IconCircleList"/>
    <dgm:cxn modelId="{76E1CFA3-C243-425E-B93E-3C32B470042A}" type="presParOf" srcId="{B094683B-AD75-4796-A0EE-E73D4B27E1E6}" destId="{0B230990-6860-409C-A3D8-04B17DAB1BAD}" srcOrd="2" destOrd="0" presId="urn:microsoft.com/office/officeart/2018/2/layout/IconCircleList"/>
    <dgm:cxn modelId="{7426F72A-C400-4678-B8FF-B18F336D1FC1}" type="presParOf" srcId="{0B230990-6860-409C-A3D8-04B17DAB1BAD}" destId="{F3EADEC5-ABB4-4CFC-8E9F-755C1141C16A}" srcOrd="0" destOrd="0" presId="urn:microsoft.com/office/officeart/2018/2/layout/IconCircleList"/>
    <dgm:cxn modelId="{7F0D599A-E620-45B9-A712-56FFAA71D7BC}" type="presParOf" srcId="{0B230990-6860-409C-A3D8-04B17DAB1BAD}" destId="{E00673A3-B99B-4CF4-8BE2-D45A1BD7E0CF}" srcOrd="1" destOrd="0" presId="urn:microsoft.com/office/officeart/2018/2/layout/IconCircleList"/>
    <dgm:cxn modelId="{7107E188-CBEB-4769-A78F-EC788AF07179}" type="presParOf" srcId="{0B230990-6860-409C-A3D8-04B17DAB1BAD}" destId="{147302E5-467D-4C58-A13B-3472127E2465}" srcOrd="2" destOrd="0" presId="urn:microsoft.com/office/officeart/2018/2/layout/IconCircleList"/>
    <dgm:cxn modelId="{B18B8328-A2E8-4353-B5DC-A9B839D33DAC}" type="presParOf" srcId="{0B230990-6860-409C-A3D8-04B17DAB1BAD}" destId="{B4DC64E4-FC56-43F1-8EBD-06510887E7A9}" srcOrd="3" destOrd="0" presId="urn:microsoft.com/office/officeart/2018/2/layout/IconCircleList"/>
    <dgm:cxn modelId="{FCF6F7FE-9D00-4F24-9F09-48CD8757669F}" type="presParOf" srcId="{B094683B-AD75-4796-A0EE-E73D4B27E1E6}" destId="{E60A5399-6478-4D47-8AC1-A3276E15A5A8}" srcOrd="3" destOrd="0" presId="urn:microsoft.com/office/officeart/2018/2/layout/IconCircleList"/>
    <dgm:cxn modelId="{AD2CF038-D941-4A9F-90CF-2F410E85C819}" type="presParOf" srcId="{B094683B-AD75-4796-A0EE-E73D4B27E1E6}" destId="{C0B850F8-F475-4388-B2C2-CCE0A400CDF0}" srcOrd="4" destOrd="0" presId="urn:microsoft.com/office/officeart/2018/2/layout/IconCircleList"/>
    <dgm:cxn modelId="{0A4F901E-8938-42DB-8C88-CA1D12A27A7C}" type="presParOf" srcId="{C0B850F8-F475-4388-B2C2-CCE0A400CDF0}" destId="{2AEA76BE-42D3-48E8-97FA-DD5A8B5EB331}" srcOrd="0" destOrd="0" presId="urn:microsoft.com/office/officeart/2018/2/layout/IconCircleList"/>
    <dgm:cxn modelId="{D28805EE-A8E6-40FB-AE97-47988470124A}" type="presParOf" srcId="{C0B850F8-F475-4388-B2C2-CCE0A400CDF0}" destId="{46FA7001-2790-49B1-8D86-ED617E2C5FDC}" srcOrd="1" destOrd="0" presId="urn:microsoft.com/office/officeart/2018/2/layout/IconCircleList"/>
    <dgm:cxn modelId="{D8912FBD-5262-4B9D-B98B-5914C271AFA9}" type="presParOf" srcId="{C0B850F8-F475-4388-B2C2-CCE0A400CDF0}" destId="{B88FB3C1-FD0A-4D0E-AFCA-11CBCDCB1B68}" srcOrd="2" destOrd="0" presId="urn:microsoft.com/office/officeart/2018/2/layout/IconCircleList"/>
    <dgm:cxn modelId="{B20A6785-F70A-4C03-8E38-4A20847F7CC1}" type="presParOf" srcId="{C0B850F8-F475-4388-B2C2-CCE0A400CDF0}" destId="{55F55FE3-3CED-4D88-9CA8-6547680D21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5D476E-62C0-4E50-9572-35417A295D1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FC711F-C6CD-4656-8A17-869BA02790A2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Wybór sposobu uczenia się</a:t>
          </a:r>
          <a:endParaRPr lang="en-US" dirty="0"/>
        </a:p>
      </dgm:t>
    </dgm:pt>
    <dgm:pt modelId="{6C858534-F3A4-45D9-87ED-3D5AE78AC04A}" type="parTrans" cxnId="{F0FFA0D4-B628-427B-993B-CDE42DBF1939}">
      <dgm:prSet/>
      <dgm:spPr/>
      <dgm:t>
        <a:bodyPr/>
        <a:lstStyle/>
        <a:p>
          <a:endParaRPr lang="en-US"/>
        </a:p>
      </dgm:t>
    </dgm:pt>
    <dgm:pt modelId="{40C9475F-AB10-4CC4-8A83-CD1F291DEEE7}" type="sibTrans" cxnId="{F0FFA0D4-B628-427B-993B-CDE42DBF193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86A42E-F31B-4C60-9F69-DE5C513C070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Powtarzanie fiszek</a:t>
          </a:r>
          <a:endParaRPr lang="en-US" dirty="0"/>
        </a:p>
      </dgm:t>
    </dgm:pt>
    <dgm:pt modelId="{FB0529C4-ADCC-47A7-AEBE-71F2957A3084}" type="parTrans" cxnId="{C85213B4-BF20-44E7-A2BB-0CE32CBF416A}">
      <dgm:prSet/>
      <dgm:spPr/>
      <dgm:t>
        <a:bodyPr/>
        <a:lstStyle/>
        <a:p>
          <a:endParaRPr lang="en-US"/>
        </a:p>
      </dgm:t>
    </dgm:pt>
    <dgm:pt modelId="{C37F7C2F-847F-470F-8CDC-BB9A7A252924}" type="sibTrans" cxnId="{C85213B4-BF20-44E7-A2BB-0CE32CBF41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B7EF96-6ADE-41B2-BC04-4A8A9F00304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Statystyki postępów w nauce</a:t>
          </a:r>
          <a:endParaRPr lang="en-US" dirty="0"/>
        </a:p>
      </dgm:t>
    </dgm:pt>
    <dgm:pt modelId="{DAC1C8B9-06B2-4901-A31F-6C14E6D787BA}" type="parTrans" cxnId="{23065971-F4D3-4647-8CB2-7D5D03DC36A2}">
      <dgm:prSet/>
      <dgm:spPr/>
      <dgm:t>
        <a:bodyPr/>
        <a:lstStyle/>
        <a:p>
          <a:endParaRPr lang="en-US"/>
        </a:p>
      </dgm:t>
    </dgm:pt>
    <dgm:pt modelId="{D8222307-3A8B-4C2E-BB90-8C51049A151E}" type="sibTrans" cxnId="{23065971-F4D3-4647-8CB2-7D5D03DC36A2}">
      <dgm:prSet/>
      <dgm:spPr/>
      <dgm:t>
        <a:bodyPr/>
        <a:lstStyle/>
        <a:p>
          <a:endParaRPr lang="en-US"/>
        </a:p>
      </dgm:t>
    </dgm:pt>
    <dgm:pt modelId="{FBE70506-D911-4402-B961-4AB82D691B66}" type="pres">
      <dgm:prSet presAssocID="{945D476E-62C0-4E50-9572-35417A295D10}" presName="root" presStyleCnt="0">
        <dgm:presLayoutVars>
          <dgm:dir/>
          <dgm:resizeHandles val="exact"/>
        </dgm:presLayoutVars>
      </dgm:prSet>
      <dgm:spPr/>
    </dgm:pt>
    <dgm:pt modelId="{B094683B-AD75-4796-A0EE-E73D4B27E1E6}" type="pres">
      <dgm:prSet presAssocID="{945D476E-62C0-4E50-9572-35417A295D10}" presName="container" presStyleCnt="0">
        <dgm:presLayoutVars>
          <dgm:dir/>
          <dgm:resizeHandles val="exact"/>
        </dgm:presLayoutVars>
      </dgm:prSet>
      <dgm:spPr/>
    </dgm:pt>
    <dgm:pt modelId="{1B18268E-B3E4-452A-84EC-5EB88DE008E8}" type="pres">
      <dgm:prSet presAssocID="{B7FC711F-C6CD-4656-8A17-869BA02790A2}" presName="compNode" presStyleCnt="0"/>
      <dgm:spPr/>
    </dgm:pt>
    <dgm:pt modelId="{CB4F2FE0-E1A4-42A7-AC04-2B68C96DBB63}" type="pres">
      <dgm:prSet presAssocID="{B7FC711F-C6CD-4656-8A17-869BA02790A2}" presName="iconBgRect" presStyleLbl="bgShp" presStyleIdx="0" presStyleCnt="3"/>
      <dgm:spPr/>
    </dgm:pt>
    <dgm:pt modelId="{4DE1AD07-D5CB-4958-B537-74097C6D61E8}" type="pres">
      <dgm:prSet presAssocID="{B7FC711F-C6CD-4656-8A17-869BA02790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uj"/>
        </a:ext>
      </dgm:extLst>
    </dgm:pt>
    <dgm:pt modelId="{3CBD0269-C9D7-499F-9F4C-1A95889B5909}" type="pres">
      <dgm:prSet presAssocID="{B7FC711F-C6CD-4656-8A17-869BA02790A2}" presName="spaceRect" presStyleCnt="0"/>
      <dgm:spPr/>
    </dgm:pt>
    <dgm:pt modelId="{9E6820C7-8592-4868-B4A2-2B1D998941BD}" type="pres">
      <dgm:prSet presAssocID="{B7FC711F-C6CD-4656-8A17-869BA02790A2}" presName="textRect" presStyleLbl="revTx" presStyleIdx="0" presStyleCnt="3">
        <dgm:presLayoutVars>
          <dgm:chMax val="1"/>
          <dgm:chPref val="1"/>
        </dgm:presLayoutVars>
      </dgm:prSet>
      <dgm:spPr/>
    </dgm:pt>
    <dgm:pt modelId="{F6128396-2C1B-4B3A-BE9D-19437A1B465A}" type="pres">
      <dgm:prSet presAssocID="{40C9475F-AB10-4CC4-8A83-CD1F291DEEE7}" presName="sibTrans" presStyleLbl="sibTrans2D1" presStyleIdx="0" presStyleCnt="0"/>
      <dgm:spPr/>
    </dgm:pt>
    <dgm:pt modelId="{0B230990-6860-409C-A3D8-04B17DAB1BAD}" type="pres">
      <dgm:prSet presAssocID="{0686A42E-F31B-4C60-9F69-DE5C513C0704}" presName="compNode" presStyleCnt="0"/>
      <dgm:spPr/>
    </dgm:pt>
    <dgm:pt modelId="{F3EADEC5-ABB4-4CFC-8E9F-755C1141C16A}" type="pres">
      <dgm:prSet presAssocID="{0686A42E-F31B-4C60-9F69-DE5C513C0704}" presName="iconBgRect" presStyleLbl="bgShp" presStyleIdx="1" presStyleCnt="3"/>
      <dgm:spPr/>
    </dgm:pt>
    <dgm:pt modelId="{E00673A3-B99B-4CF4-8BE2-D45A1BD7E0CF}" type="pres">
      <dgm:prSet presAssocID="{0686A42E-F31B-4C60-9F69-DE5C513C070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147302E5-467D-4C58-A13B-3472127E2465}" type="pres">
      <dgm:prSet presAssocID="{0686A42E-F31B-4C60-9F69-DE5C513C0704}" presName="spaceRect" presStyleCnt="0"/>
      <dgm:spPr/>
    </dgm:pt>
    <dgm:pt modelId="{B4DC64E4-FC56-43F1-8EBD-06510887E7A9}" type="pres">
      <dgm:prSet presAssocID="{0686A42E-F31B-4C60-9F69-DE5C513C0704}" presName="textRect" presStyleLbl="revTx" presStyleIdx="1" presStyleCnt="3">
        <dgm:presLayoutVars>
          <dgm:chMax val="1"/>
          <dgm:chPref val="1"/>
        </dgm:presLayoutVars>
      </dgm:prSet>
      <dgm:spPr/>
    </dgm:pt>
    <dgm:pt modelId="{E60A5399-6478-4D47-8AC1-A3276E15A5A8}" type="pres">
      <dgm:prSet presAssocID="{C37F7C2F-847F-470F-8CDC-BB9A7A252924}" presName="sibTrans" presStyleLbl="sibTrans2D1" presStyleIdx="0" presStyleCnt="0"/>
      <dgm:spPr/>
    </dgm:pt>
    <dgm:pt modelId="{C0B850F8-F475-4388-B2C2-CCE0A400CDF0}" type="pres">
      <dgm:prSet presAssocID="{74B7EF96-6ADE-41B2-BC04-4A8A9F003048}" presName="compNode" presStyleCnt="0"/>
      <dgm:spPr/>
    </dgm:pt>
    <dgm:pt modelId="{2AEA76BE-42D3-48E8-97FA-DD5A8B5EB331}" type="pres">
      <dgm:prSet presAssocID="{74B7EF96-6ADE-41B2-BC04-4A8A9F003048}" presName="iconBgRect" presStyleLbl="bgShp" presStyleIdx="2" presStyleCnt="3"/>
      <dgm:spPr/>
    </dgm:pt>
    <dgm:pt modelId="{46FA7001-2790-49B1-8D86-ED617E2C5FDC}" type="pres">
      <dgm:prSet presAssocID="{74B7EF96-6ADE-41B2-BC04-4A8A9F0030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B88FB3C1-FD0A-4D0E-AFCA-11CBCDCB1B68}" type="pres">
      <dgm:prSet presAssocID="{74B7EF96-6ADE-41B2-BC04-4A8A9F003048}" presName="spaceRect" presStyleCnt="0"/>
      <dgm:spPr/>
    </dgm:pt>
    <dgm:pt modelId="{55F55FE3-3CED-4D88-9CA8-6547680D215F}" type="pres">
      <dgm:prSet presAssocID="{74B7EF96-6ADE-41B2-BC04-4A8A9F0030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E9A007-F070-4EA8-93DB-2D0B731C5CD6}" type="presOf" srcId="{0686A42E-F31B-4C60-9F69-DE5C513C0704}" destId="{B4DC64E4-FC56-43F1-8EBD-06510887E7A9}" srcOrd="0" destOrd="0" presId="urn:microsoft.com/office/officeart/2018/2/layout/IconCircleList"/>
    <dgm:cxn modelId="{28D8C80E-0105-45B5-B248-A424F60393A0}" type="presOf" srcId="{945D476E-62C0-4E50-9572-35417A295D10}" destId="{FBE70506-D911-4402-B961-4AB82D691B66}" srcOrd="0" destOrd="0" presId="urn:microsoft.com/office/officeart/2018/2/layout/IconCircleList"/>
    <dgm:cxn modelId="{23065971-F4D3-4647-8CB2-7D5D03DC36A2}" srcId="{945D476E-62C0-4E50-9572-35417A295D10}" destId="{74B7EF96-6ADE-41B2-BC04-4A8A9F003048}" srcOrd="2" destOrd="0" parTransId="{DAC1C8B9-06B2-4901-A31F-6C14E6D787BA}" sibTransId="{D8222307-3A8B-4C2E-BB90-8C51049A151E}"/>
    <dgm:cxn modelId="{C85213B4-BF20-44E7-A2BB-0CE32CBF416A}" srcId="{945D476E-62C0-4E50-9572-35417A295D10}" destId="{0686A42E-F31B-4C60-9F69-DE5C513C0704}" srcOrd="1" destOrd="0" parTransId="{FB0529C4-ADCC-47A7-AEBE-71F2957A3084}" sibTransId="{C37F7C2F-847F-470F-8CDC-BB9A7A252924}"/>
    <dgm:cxn modelId="{F0FFA0D4-B628-427B-993B-CDE42DBF1939}" srcId="{945D476E-62C0-4E50-9572-35417A295D10}" destId="{B7FC711F-C6CD-4656-8A17-869BA02790A2}" srcOrd="0" destOrd="0" parTransId="{6C858534-F3A4-45D9-87ED-3D5AE78AC04A}" sibTransId="{40C9475F-AB10-4CC4-8A83-CD1F291DEEE7}"/>
    <dgm:cxn modelId="{B07046DD-90A4-4E41-9DDF-F47C43217891}" type="presOf" srcId="{C37F7C2F-847F-470F-8CDC-BB9A7A252924}" destId="{E60A5399-6478-4D47-8AC1-A3276E15A5A8}" srcOrd="0" destOrd="0" presId="urn:microsoft.com/office/officeart/2018/2/layout/IconCircleList"/>
    <dgm:cxn modelId="{D865ADDE-B7BD-41BC-8705-50D5ECCFF855}" type="presOf" srcId="{40C9475F-AB10-4CC4-8A83-CD1F291DEEE7}" destId="{F6128396-2C1B-4B3A-BE9D-19437A1B465A}" srcOrd="0" destOrd="0" presId="urn:microsoft.com/office/officeart/2018/2/layout/IconCircleList"/>
    <dgm:cxn modelId="{F674D2EE-8CBF-41B9-BA89-4DA134DA6952}" type="presOf" srcId="{B7FC711F-C6CD-4656-8A17-869BA02790A2}" destId="{9E6820C7-8592-4868-B4A2-2B1D998941BD}" srcOrd="0" destOrd="0" presId="urn:microsoft.com/office/officeart/2018/2/layout/IconCircleList"/>
    <dgm:cxn modelId="{ADA55FFC-DDF4-4B29-B366-6180A0A3402E}" type="presOf" srcId="{74B7EF96-6ADE-41B2-BC04-4A8A9F003048}" destId="{55F55FE3-3CED-4D88-9CA8-6547680D215F}" srcOrd="0" destOrd="0" presId="urn:microsoft.com/office/officeart/2018/2/layout/IconCircleList"/>
    <dgm:cxn modelId="{6A393572-C060-4051-AB48-351B64B32FBD}" type="presParOf" srcId="{FBE70506-D911-4402-B961-4AB82D691B66}" destId="{B094683B-AD75-4796-A0EE-E73D4B27E1E6}" srcOrd="0" destOrd="0" presId="urn:microsoft.com/office/officeart/2018/2/layout/IconCircleList"/>
    <dgm:cxn modelId="{A8F8C530-91FD-49F9-BB8B-B6C965D6FE1D}" type="presParOf" srcId="{B094683B-AD75-4796-A0EE-E73D4B27E1E6}" destId="{1B18268E-B3E4-452A-84EC-5EB88DE008E8}" srcOrd="0" destOrd="0" presId="urn:microsoft.com/office/officeart/2018/2/layout/IconCircleList"/>
    <dgm:cxn modelId="{9E9B92F6-5D58-4609-A569-D18FCFFC1FDE}" type="presParOf" srcId="{1B18268E-B3E4-452A-84EC-5EB88DE008E8}" destId="{CB4F2FE0-E1A4-42A7-AC04-2B68C96DBB63}" srcOrd="0" destOrd="0" presId="urn:microsoft.com/office/officeart/2018/2/layout/IconCircleList"/>
    <dgm:cxn modelId="{F5F8460A-C7DE-49A3-B8E3-2F662238FE54}" type="presParOf" srcId="{1B18268E-B3E4-452A-84EC-5EB88DE008E8}" destId="{4DE1AD07-D5CB-4958-B537-74097C6D61E8}" srcOrd="1" destOrd="0" presId="urn:microsoft.com/office/officeart/2018/2/layout/IconCircleList"/>
    <dgm:cxn modelId="{C1115A29-9E22-49AC-A7CD-1054528B7BFF}" type="presParOf" srcId="{1B18268E-B3E4-452A-84EC-5EB88DE008E8}" destId="{3CBD0269-C9D7-499F-9F4C-1A95889B5909}" srcOrd="2" destOrd="0" presId="urn:microsoft.com/office/officeart/2018/2/layout/IconCircleList"/>
    <dgm:cxn modelId="{720FDAAA-2039-4B5C-A515-99B4FD443BDE}" type="presParOf" srcId="{1B18268E-B3E4-452A-84EC-5EB88DE008E8}" destId="{9E6820C7-8592-4868-B4A2-2B1D998941BD}" srcOrd="3" destOrd="0" presId="urn:microsoft.com/office/officeart/2018/2/layout/IconCircleList"/>
    <dgm:cxn modelId="{321F3254-C497-493A-90A9-8F95F25B3D5A}" type="presParOf" srcId="{B094683B-AD75-4796-A0EE-E73D4B27E1E6}" destId="{F6128396-2C1B-4B3A-BE9D-19437A1B465A}" srcOrd="1" destOrd="0" presId="urn:microsoft.com/office/officeart/2018/2/layout/IconCircleList"/>
    <dgm:cxn modelId="{76E1CFA3-C243-425E-B93E-3C32B470042A}" type="presParOf" srcId="{B094683B-AD75-4796-A0EE-E73D4B27E1E6}" destId="{0B230990-6860-409C-A3D8-04B17DAB1BAD}" srcOrd="2" destOrd="0" presId="urn:microsoft.com/office/officeart/2018/2/layout/IconCircleList"/>
    <dgm:cxn modelId="{7426F72A-C400-4678-B8FF-B18F336D1FC1}" type="presParOf" srcId="{0B230990-6860-409C-A3D8-04B17DAB1BAD}" destId="{F3EADEC5-ABB4-4CFC-8E9F-755C1141C16A}" srcOrd="0" destOrd="0" presId="urn:microsoft.com/office/officeart/2018/2/layout/IconCircleList"/>
    <dgm:cxn modelId="{7F0D599A-E620-45B9-A712-56FFAA71D7BC}" type="presParOf" srcId="{0B230990-6860-409C-A3D8-04B17DAB1BAD}" destId="{E00673A3-B99B-4CF4-8BE2-D45A1BD7E0CF}" srcOrd="1" destOrd="0" presId="urn:microsoft.com/office/officeart/2018/2/layout/IconCircleList"/>
    <dgm:cxn modelId="{7107E188-CBEB-4769-A78F-EC788AF07179}" type="presParOf" srcId="{0B230990-6860-409C-A3D8-04B17DAB1BAD}" destId="{147302E5-467D-4C58-A13B-3472127E2465}" srcOrd="2" destOrd="0" presId="urn:microsoft.com/office/officeart/2018/2/layout/IconCircleList"/>
    <dgm:cxn modelId="{B18B8328-A2E8-4353-B5DC-A9B839D33DAC}" type="presParOf" srcId="{0B230990-6860-409C-A3D8-04B17DAB1BAD}" destId="{B4DC64E4-FC56-43F1-8EBD-06510887E7A9}" srcOrd="3" destOrd="0" presId="urn:microsoft.com/office/officeart/2018/2/layout/IconCircleList"/>
    <dgm:cxn modelId="{FCF6F7FE-9D00-4F24-9F09-48CD8757669F}" type="presParOf" srcId="{B094683B-AD75-4796-A0EE-E73D4B27E1E6}" destId="{E60A5399-6478-4D47-8AC1-A3276E15A5A8}" srcOrd="3" destOrd="0" presId="urn:microsoft.com/office/officeart/2018/2/layout/IconCircleList"/>
    <dgm:cxn modelId="{AD2CF038-D941-4A9F-90CF-2F410E85C819}" type="presParOf" srcId="{B094683B-AD75-4796-A0EE-E73D4B27E1E6}" destId="{C0B850F8-F475-4388-B2C2-CCE0A400CDF0}" srcOrd="4" destOrd="0" presId="urn:microsoft.com/office/officeart/2018/2/layout/IconCircleList"/>
    <dgm:cxn modelId="{0A4F901E-8938-42DB-8C88-CA1D12A27A7C}" type="presParOf" srcId="{C0B850F8-F475-4388-B2C2-CCE0A400CDF0}" destId="{2AEA76BE-42D3-48E8-97FA-DD5A8B5EB331}" srcOrd="0" destOrd="0" presId="urn:microsoft.com/office/officeart/2018/2/layout/IconCircleList"/>
    <dgm:cxn modelId="{D28805EE-A8E6-40FB-AE97-47988470124A}" type="presParOf" srcId="{C0B850F8-F475-4388-B2C2-CCE0A400CDF0}" destId="{46FA7001-2790-49B1-8D86-ED617E2C5FDC}" srcOrd="1" destOrd="0" presId="urn:microsoft.com/office/officeart/2018/2/layout/IconCircleList"/>
    <dgm:cxn modelId="{D8912FBD-5262-4B9D-B98B-5914C271AFA9}" type="presParOf" srcId="{C0B850F8-F475-4388-B2C2-CCE0A400CDF0}" destId="{B88FB3C1-FD0A-4D0E-AFCA-11CBCDCB1B68}" srcOrd="2" destOrd="0" presId="urn:microsoft.com/office/officeart/2018/2/layout/IconCircleList"/>
    <dgm:cxn modelId="{B20A6785-F70A-4C03-8E38-4A20847F7CC1}" type="presParOf" srcId="{C0B850F8-F475-4388-B2C2-CCE0A400CDF0}" destId="{55F55FE3-3CED-4D88-9CA8-6547680D21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5D476E-62C0-4E50-9572-35417A295D1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FC711F-C6CD-4656-8A17-869BA02790A2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Indywidualny plan nauki</a:t>
          </a:r>
          <a:endParaRPr lang="en-US" dirty="0"/>
        </a:p>
      </dgm:t>
    </dgm:pt>
    <dgm:pt modelId="{6C858534-F3A4-45D9-87ED-3D5AE78AC04A}" type="parTrans" cxnId="{F0FFA0D4-B628-427B-993B-CDE42DBF1939}">
      <dgm:prSet/>
      <dgm:spPr/>
      <dgm:t>
        <a:bodyPr/>
        <a:lstStyle/>
        <a:p>
          <a:endParaRPr lang="en-US"/>
        </a:p>
      </dgm:t>
    </dgm:pt>
    <dgm:pt modelId="{40C9475F-AB10-4CC4-8A83-CD1F291DEEE7}" type="sibTrans" cxnId="{F0FFA0D4-B628-427B-993B-CDE42DBF193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86A42E-F31B-4C60-9F69-DE5C513C070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Import, eksport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FB0529C4-ADCC-47A7-AEBE-71F2957A3084}" type="parTrans" cxnId="{C85213B4-BF20-44E7-A2BB-0CE32CBF416A}">
      <dgm:prSet/>
      <dgm:spPr/>
      <dgm:t>
        <a:bodyPr/>
        <a:lstStyle/>
        <a:p>
          <a:endParaRPr lang="en-US"/>
        </a:p>
      </dgm:t>
    </dgm:pt>
    <dgm:pt modelId="{C37F7C2F-847F-470F-8CDC-BB9A7A252924}" type="sibTrans" cxnId="{C85213B4-BF20-44E7-A2BB-0CE32CBF41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B7EF96-6ADE-41B2-BC04-4A8A9F00304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Intuicyjny GUI</a:t>
          </a:r>
          <a:endParaRPr lang="en-US" dirty="0"/>
        </a:p>
      </dgm:t>
    </dgm:pt>
    <dgm:pt modelId="{DAC1C8B9-06B2-4901-A31F-6C14E6D787BA}" type="parTrans" cxnId="{23065971-F4D3-4647-8CB2-7D5D03DC36A2}">
      <dgm:prSet/>
      <dgm:spPr/>
      <dgm:t>
        <a:bodyPr/>
        <a:lstStyle/>
        <a:p>
          <a:endParaRPr lang="en-US"/>
        </a:p>
      </dgm:t>
    </dgm:pt>
    <dgm:pt modelId="{D8222307-3A8B-4C2E-BB90-8C51049A151E}" type="sibTrans" cxnId="{23065971-F4D3-4647-8CB2-7D5D03DC36A2}">
      <dgm:prSet/>
      <dgm:spPr/>
      <dgm:t>
        <a:bodyPr/>
        <a:lstStyle/>
        <a:p>
          <a:endParaRPr lang="en-US"/>
        </a:p>
      </dgm:t>
    </dgm:pt>
    <dgm:pt modelId="{FBE70506-D911-4402-B961-4AB82D691B66}" type="pres">
      <dgm:prSet presAssocID="{945D476E-62C0-4E50-9572-35417A295D10}" presName="root" presStyleCnt="0">
        <dgm:presLayoutVars>
          <dgm:dir/>
          <dgm:resizeHandles val="exact"/>
        </dgm:presLayoutVars>
      </dgm:prSet>
      <dgm:spPr/>
    </dgm:pt>
    <dgm:pt modelId="{B094683B-AD75-4796-A0EE-E73D4B27E1E6}" type="pres">
      <dgm:prSet presAssocID="{945D476E-62C0-4E50-9572-35417A295D10}" presName="container" presStyleCnt="0">
        <dgm:presLayoutVars>
          <dgm:dir/>
          <dgm:resizeHandles val="exact"/>
        </dgm:presLayoutVars>
      </dgm:prSet>
      <dgm:spPr/>
    </dgm:pt>
    <dgm:pt modelId="{1B18268E-B3E4-452A-84EC-5EB88DE008E8}" type="pres">
      <dgm:prSet presAssocID="{B7FC711F-C6CD-4656-8A17-869BA02790A2}" presName="compNode" presStyleCnt="0"/>
      <dgm:spPr/>
    </dgm:pt>
    <dgm:pt modelId="{CB4F2FE0-E1A4-42A7-AC04-2B68C96DBB63}" type="pres">
      <dgm:prSet presAssocID="{B7FC711F-C6CD-4656-8A17-869BA02790A2}" presName="iconBgRect" presStyleLbl="bgShp" presStyleIdx="0" presStyleCnt="3"/>
      <dgm:spPr/>
    </dgm:pt>
    <dgm:pt modelId="{4DE1AD07-D5CB-4958-B537-74097C6D61E8}" type="pres">
      <dgm:prSet presAssocID="{B7FC711F-C6CD-4656-8A17-869BA02790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uj"/>
        </a:ext>
      </dgm:extLst>
    </dgm:pt>
    <dgm:pt modelId="{3CBD0269-C9D7-499F-9F4C-1A95889B5909}" type="pres">
      <dgm:prSet presAssocID="{B7FC711F-C6CD-4656-8A17-869BA02790A2}" presName="spaceRect" presStyleCnt="0"/>
      <dgm:spPr/>
    </dgm:pt>
    <dgm:pt modelId="{9E6820C7-8592-4868-B4A2-2B1D998941BD}" type="pres">
      <dgm:prSet presAssocID="{B7FC711F-C6CD-4656-8A17-869BA02790A2}" presName="textRect" presStyleLbl="revTx" presStyleIdx="0" presStyleCnt="3">
        <dgm:presLayoutVars>
          <dgm:chMax val="1"/>
          <dgm:chPref val="1"/>
        </dgm:presLayoutVars>
      </dgm:prSet>
      <dgm:spPr/>
    </dgm:pt>
    <dgm:pt modelId="{F6128396-2C1B-4B3A-BE9D-19437A1B465A}" type="pres">
      <dgm:prSet presAssocID="{40C9475F-AB10-4CC4-8A83-CD1F291DEEE7}" presName="sibTrans" presStyleLbl="sibTrans2D1" presStyleIdx="0" presStyleCnt="0"/>
      <dgm:spPr/>
    </dgm:pt>
    <dgm:pt modelId="{0B230990-6860-409C-A3D8-04B17DAB1BAD}" type="pres">
      <dgm:prSet presAssocID="{0686A42E-F31B-4C60-9F69-DE5C513C0704}" presName="compNode" presStyleCnt="0"/>
      <dgm:spPr/>
    </dgm:pt>
    <dgm:pt modelId="{F3EADEC5-ABB4-4CFC-8E9F-755C1141C16A}" type="pres">
      <dgm:prSet presAssocID="{0686A42E-F31B-4C60-9F69-DE5C513C0704}" presName="iconBgRect" presStyleLbl="bgShp" presStyleIdx="1" presStyleCnt="3"/>
      <dgm:spPr/>
    </dgm:pt>
    <dgm:pt modelId="{E00673A3-B99B-4CF4-8BE2-D45A1BD7E0CF}" type="pres">
      <dgm:prSet presAssocID="{0686A42E-F31B-4C60-9F69-DE5C513C070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147302E5-467D-4C58-A13B-3472127E2465}" type="pres">
      <dgm:prSet presAssocID="{0686A42E-F31B-4C60-9F69-DE5C513C0704}" presName="spaceRect" presStyleCnt="0"/>
      <dgm:spPr/>
    </dgm:pt>
    <dgm:pt modelId="{B4DC64E4-FC56-43F1-8EBD-06510887E7A9}" type="pres">
      <dgm:prSet presAssocID="{0686A42E-F31B-4C60-9F69-DE5C513C0704}" presName="textRect" presStyleLbl="revTx" presStyleIdx="1" presStyleCnt="3" custLinFactNeighborX="523" custLinFactNeighborY="24670">
        <dgm:presLayoutVars>
          <dgm:chMax val="1"/>
          <dgm:chPref val="1"/>
        </dgm:presLayoutVars>
      </dgm:prSet>
      <dgm:spPr/>
    </dgm:pt>
    <dgm:pt modelId="{E60A5399-6478-4D47-8AC1-A3276E15A5A8}" type="pres">
      <dgm:prSet presAssocID="{C37F7C2F-847F-470F-8CDC-BB9A7A252924}" presName="sibTrans" presStyleLbl="sibTrans2D1" presStyleIdx="0" presStyleCnt="0"/>
      <dgm:spPr/>
    </dgm:pt>
    <dgm:pt modelId="{C0B850F8-F475-4388-B2C2-CCE0A400CDF0}" type="pres">
      <dgm:prSet presAssocID="{74B7EF96-6ADE-41B2-BC04-4A8A9F003048}" presName="compNode" presStyleCnt="0"/>
      <dgm:spPr/>
    </dgm:pt>
    <dgm:pt modelId="{2AEA76BE-42D3-48E8-97FA-DD5A8B5EB331}" type="pres">
      <dgm:prSet presAssocID="{74B7EF96-6ADE-41B2-BC04-4A8A9F003048}" presName="iconBgRect" presStyleLbl="bgShp" presStyleIdx="2" presStyleCnt="3"/>
      <dgm:spPr/>
    </dgm:pt>
    <dgm:pt modelId="{46FA7001-2790-49B1-8D86-ED617E2C5FDC}" type="pres">
      <dgm:prSet presAssocID="{74B7EF96-6ADE-41B2-BC04-4A8A9F0030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B88FB3C1-FD0A-4D0E-AFCA-11CBCDCB1B68}" type="pres">
      <dgm:prSet presAssocID="{74B7EF96-6ADE-41B2-BC04-4A8A9F003048}" presName="spaceRect" presStyleCnt="0"/>
      <dgm:spPr/>
    </dgm:pt>
    <dgm:pt modelId="{55F55FE3-3CED-4D88-9CA8-6547680D215F}" type="pres">
      <dgm:prSet presAssocID="{74B7EF96-6ADE-41B2-BC04-4A8A9F0030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E9A007-F070-4EA8-93DB-2D0B731C5CD6}" type="presOf" srcId="{0686A42E-F31B-4C60-9F69-DE5C513C0704}" destId="{B4DC64E4-FC56-43F1-8EBD-06510887E7A9}" srcOrd="0" destOrd="0" presId="urn:microsoft.com/office/officeart/2018/2/layout/IconCircleList"/>
    <dgm:cxn modelId="{28D8C80E-0105-45B5-B248-A424F60393A0}" type="presOf" srcId="{945D476E-62C0-4E50-9572-35417A295D10}" destId="{FBE70506-D911-4402-B961-4AB82D691B66}" srcOrd="0" destOrd="0" presId="urn:microsoft.com/office/officeart/2018/2/layout/IconCircleList"/>
    <dgm:cxn modelId="{23065971-F4D3-4647-8CB2-7D5D03DC36A2}" srcId="{945D476E-62C0-4E50-9572-35417A295D10}" destId="{74B7EF96-6ADE-41B2-BC04-4A8A9F003048}" srcOrd="2" destOrd="0" parTransId="{DAC1C8B9-06B2-4901-A31F-6C14E6D787BA}" sibTransId="{D8222307-3A8B-4C2E-BB90-8C51049A151E}"/>
    <dgm:cxn modelId="{C85213B4-BF20-44E7-A2BB-0CE32CBF416A}" srcId="{945D476E-62C0-4E50-9572-35417A295D10}" destId="{0686A42E-F31B-4C60-9F69-DE5C513C0704}" srcOrd="1" destOrd="0" parTransId="{FB0529C4-ADCC-47A7-AEBE-71F2957A3084}" sibTransId="{C37F7C2F-847F-470F-8CDC-BB9A7A252924}"/>
    <dgm:cxn modelId="{F0FFA0D4-B628-427B-993B-CDE42DBF1939}" srcId="{945D476E-62C0-4E50-9572-35417A295D10}" destId="{B7FC711F-C6CD-4656-8A17-869BA02790A2}" srcOrd="0" destOrd="0" parTransId="{6C858534-F3A4-45D9-87ED-3D5AE78AC04A}" sibTransId="{40C9475F-AB10-4CC4-8A83-CD1F291DEEE7}"/>
    <dgm:cxn modelId="{B07046DD-90A4-4E41-9DDF-F47C43217891}" type="presOf" srcId="{C37F7C2F-847F-470F-8CDC-BB9A7A252924}" destId="{E60A5399-6478-4D47-8AC1-A3276E15A5A8}" srcOrd="0" destOrd="0" presId="urn:microsoft.com/office/officeart/2018/2/layout/IconCircleList"/>
    <dgm:cxn modelId="{D865ADDE-B7BD-41BC-8705-50D5ECCFF855}" type="presOf" srcId="{40C9475F-AB10-4CC4-8A83-CD1F291DEEE7}" destId="{F6128396-2C1B-4B3A-BE9D-19437A1B465A}" srcOrd="0" destOrd="0" presId="urn:microsoft.com/office/officeart/2018/2/layout/IconCircleList"/>
    <dgm:cxn modelId="{F674D2EE-8CBF-41B9-BA89-4DA134DA6952}" type="presOf" srcId="{B7FC711F-C6CD-4656-8A17-869BA02790A2}" destId="{9E6820C7-8592-4868-B4A2-2B1D998941BD}" srcOrd="0" destOrd="0" presId="urn:microsoft.com/office/officeart/2018/2/layout/IconCircleList"/>
    <dgm:cxn modelId="{ADA55FFC-DDF4-4B29-B366-6180A0A3402E}" type="presOf" srcId="{74B7EF96-6ADE-41B2-BC04-4A8A9F003048}" destId="{55F55FE3-3CED-4D88-9CA8-6547680D215F}" srcOrd="0" destOrd="0" presId="urn:microsoft.com/office/officeart/2018/2/layout/IconCircleList"/>
    <dgm:cxn modelId="{6A393572-C060-4051-AB48-351B64B32FBD}" type="presParOf" srcId="{FBE70506-D911-4402-B961-4AB82D691B66}" destId="{B094683B-AD75-4796-A0EE-E73D4B27E1E6}" srcOrd="0" destOrd="0" presId="urn:microsoft.com/office/officeart/2018/2/layout/IconCircleList"/>
    <dgm:cxn modelId="{A8F8C530-91FD-49F9-BB8B-B6C965D6FE1D}" type="presParOf" srcId="{B094683B-AD75-4796-A0EE-E73D4B27E1E6}" destId="{1B18268E-B3E4-452A-84EC-5EB88DE008E8}" srcOrd="0" destOrd="0" presId="urn:microsoft.com/office/officeart/2018/2/layout/IconCircleList"/>
    <dgm:cxn modelId="{9E9B92F6-5D58-4609-A569-D18FCFFC1FDE}" type="presParOf" srcId="{1B18268E-B3E4-452A-84EC-5EB88DE008E8}" destId="{CB4F2FE0-E1A4-42A7-AC04-2B68C96DBB63}" srcOrd="0" destOrd="0" presId="urn:microsoft.com/office/officeart/2018/2/layout/IconCircleList"/>
    <dgm:cxn modelId="{F5F8460A-C7DE-49A3-B8E3-2F662238FE54}" type="presParOf" srcId="{1B18268E-B3E4-452A-84EC-5EB88DE008E8}" destId="{4DE1AD07-D5CB-4958-B537-74097C6D61E8}" srcOrd="1" destOrd="0" presId="urn:microsoft.com/office/officeart/2018/2/layout/IconCircleList"/>
    <dgm:cxn modelId="{C1115A29-9E22-49AC-A7CD-1054528B7BFF}" type="presParOf" srcId="{1B18268E-B3E4-452A-84EC-5EB88DE008E8}" destId="{3CBD0269-C9D7-499F-9F4C-1A95889B5909}" srcOrd="2" destOrd="0" presId="urn:microsoft.com/office/officeart/2018/2/layout/IconCircleList"/>
    <dgm:cxn modelId="{720FDAAA-2039-4B5C-A515-99B4FD443BDE}" type="presParOf" srcId="{1B18268E-B3E4-452A-84EC-5EB88DE008E8}" destId="{9E6820C7-8592-4868-B4A2-2B1D998941BD}" srcOrd="3" destOrd="0" presId="urn:microsoft.com/office/officeart/2018/2/layout/IconCircleList"/>
    <dgm:cxn modelId="{321F3254-C497-493A-90A9-8F95F25B3D5A}" type="presParOf" srcId="{B094683B-AD75-4796-A0EE-E73D4B27E1E6}" destId="{F6128396-2C1B-4B3A-BE9D-19437A1B465A}" srcOrd="1" destOrd="0" presId="urn:microsoft.com/office/officeart/2018/2/layout/IconCircleList"/>
    <dgm:cxn modelId="{76E1CFA3-C243-425E-B93E-3C32B470042A}" type="presParOf" srcId="{B094683B-AD75-4796-A0EE-E73D4B27E1E6}" destId="{0B230990-6860-409C-A3D8-04B17DAB1BAD}" srcOrd="2" destOrd="0" presId="urn:microsoft.com/office/officeart/2018/2/layout/IconCircleList"/>
    <dgm:cxn modelId="{7426F72A-C400-4678-B8FF-B18F336D1FC1}" type="presParOf" srcId="{0B230990-6860-409C-A3D8-04B17DAB1BAD}" destId="{F3EADEC5-ABB4-4CFC-8E9F-755C1141C16A}" srcOrd="0" destOrd="0" presId="urn:microsoft.com/office/officeart/2018/2/layout/IconCircleList"/>
    <dgm:cxn modelId="{7F0D599A-E620-45B9-A712-56FFAA71D7BC}" type="presParOf" srcId="{0B230990-6860-409C-A3D8-04B17DAB1BAD}" destId="{E00673A3-B99B-4CF4-8BE2-D45A1BD7E0CF}" srcOrd="1" destOrd="0" presId="urn:microsoft.com/office/officeart/2018/2/layout/IconCircleList"/>
    <dgm:cxn modelId="{7107E188-CBEB-4769-A78F-EC788AF07179}" type="presParOf" srcId="{0B230990-6860-409C-A3D8-04B17DAB1BAD}" destId="{147302E5-467D-4C58-A13B-3472127E2465}" srcOrd="2" destOrd="0" presId="urn:microsoft.com/office/officeart/2018/2/layout/IconCircleList"/>
    <dgm:cxn modelId="{B18B8328-A2E8-4353-B5DC-A9B839D33DAC}" type="presParOf" srcId="{0B230990-6860-409C-A3D8-04B17DAB1BAD}" destId="{B4DC64E4-FC56-43F1-8EBD-06510887E7A9}" srcOrd="3" destOrd="0" presId="urn:microsoft.com/office/officeart/2018/2/layout/IconCircleList"/>
    <dgm:cxn modelId="{FCF6F7FE-9D00-4F24-9F09-48CD8757669F}" type="presParOf" srcId="{B094683B-AD75-4796-A0EE-E73D4B27E1E6}" destId="{E60A5399-6478-4D47-8AC1-A3276E15A5A8}" srcOrd="3" destOrd="0" presId="urn:microsoft.com/office/officeart/2018/2/layout/IconCircleList"/>
    <dgm:cxn modelId="{AD2CF038-D941-4A9F-90CF-2F410E85C819}" type="presParOf" srcId="{B094683B-AD75-4796-A0EE-E73D4B27E1E6}" destId="{C0B850F8-F475-4388-B2C2-CCE0A400CDF0}" srcOrd="4" destOrd="0" presId="urn:microsoft.com/office/officeart/2018/2/layout/IconCircleList"/>
    <dgm:cxn modelId="{0A4F901E-8938-42DB-8C88-CA1D12A27A7C}" type="presParOf" srcId="{C0B850F8-F475-4388-B2C2-CCE0A400CDF0}" destId="{2AEA76BE-42D3-48E8-97FA-DD5A8B5EB331}" srcOrd="0" destOrd="0" presId="urn:microsoft.com/office/officeart/2018/2/layout/IconCircleList"/>
    <dgm:cxn modelId="{D28805EE-A8E6-40FB-AE97-47988470124A}" type="presParOf" srcId="{C0B850F8-F475-4388-B2C2-CCE0A400CDF0}" destId="{46FA7001-2790-49B1-8D86-ED617E2C5FDC}" srcOrd="1" destOrd="0" presId="urn:microsoft.com/office/officeart/2018/2/layout/IconCircleList"/>
    <dgm:cxn modelId="{D8912FBD-5262-4B9D-B98B-5914C271AFA9}" type="presParOf" srcId="{C0B850F8-F475-4388-B2C2-CCE0A400CDF0}" destId="{B88FB3C1-FD0A-4D0E-AFCA-11CBCDCB1B68}" srcOrd="2" destOrd="0" presId="urn:microsoft.com/office/officeart/2018/2/layout/IconCircleList"/>
    <dgm:cxn modelId="{B20A6785-F70A-4C03-8E38-4A20847F7CC1}" type="presParOf" srcId="{C0B850F8-F475-4388-B2C2-CCE0A400CDF0}" destId="{55F55FE3-3CED-4D88-9CA8-6547680D21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5D476E-62C0-4E50-9572-35417A295D1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FC711F-C6CD-4656-8A17-869BA02790A2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Powiadomienia zachęcające do nauki</a:t>
          </a:r>
          <a:endParaRPr lang="en-US" dirty="0"/>
        </a:p>
      </dgm:t>
    </dgm:pt>
    <dgm:pt modelId="{6C858534-F3A4-45D9-87ED-3D5AE78AC04A}" type="parTrans" cxnId="{F0FFA0D4-B628-427B-993B-CDE42DBF1939}">
      <dgm:prSet/>
      <dgm:spPr/>
      <dgm:t>
        <a:bodyPr/>
        <a:lstStyle/>
        <a:p>
          <a:endParaRPr lang="en-US"/>
        </a:p>
      </dgm:t>
    </dgm:pt>
    <dgm:pt modelId="{40C9475F-AB10-4CC4-8A83-CD1F291DEEE7}" type="sibTrans" cxnId="{F0FFA0D4-B628-427B-993B-CDE42DBF193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86A42E-F31B-4C60-9F69-DE5C513C070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Dostosowywanie quizów</a:t>
          </a:r>
          <a:endParaRPr lang="en-US" dirty="0"/>
        </a:p>
      </dgm:t>
    </dgm:pt>
    <dgm:pt modelId="{FB0529C4-ADCC-47A7-AEBE-71F2957A3084}" type="parTrans" cxnId="{C85213B4-BF20-44E7-A2BB-0CE32CBF416A}">
      <dgm:prSet/>
      <dgm:spPr/>
      <dgm:t>
        <a:bodyPr/>
        <a:lstStyle/>
        <a:p>
          <a:endParaRPr lang="en-US"/>
        </a:p>
      </dgm:t>
    </dgm:pt>
    <dgm:pt modelId="{C37F7C2F-847F-470F-8CDC-BB9A7A252924}" type="sibTrans" cxnId="{C85213B4-BF20-44E7-A2BB-0CE32CBF41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B7EF96-6ADE-41B2-BC04-4A8A9F00304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Interaktywne funkcje fiszek</a:t>
          </a:r>
          <a:endParaRPr lang="en-US" dirty="0"/>
        </a:p>
      </dgm:t>
    </dgm:pt>
    <dgm:pt modelId="{DAC1C8B9-06B2-4901-A31F-6C14E6D787BA}" type="parTrans" cxnId="{23065971-F4D3-4647-8CB2-7D5D03DC36A2}">
      <dgm:prSet/>
      <dgm:spPr/>
      <dgm:t>
        <a:bodyPr/>
        <a:lstStyle/>
        <a:p>
          <a:endParaRPr lang="en-US"/>
        </a:p>
      </dgm:t>
    </dgm:pt>
    <dgm:pt modelId="{D8222307-3A8B-4C2E-BB90-8C51049A151E}" type="sibTrans" cxnId="{23065971-F4D3-4647-8CB2-7D5D03DC36A2}">
      <dgm:prSet/>
      <dgm:spPr/>
      <dgm:t>
        <a:bodyPr/>
        <a:lstStyle/>
        <a:p>
          <a:endParaRPr lang="en-US"/>
        </a:p>
      </dgm:t>
    </dgm:pt>
    <dgm:pt modelId="{FBE70506-D911-4402-B961-4AB82D691B66}" type="pres">
      <dgm:prSet presAssocID="{945D476E-62C0-4E50-9572-35417A295D10}" presName="root" presStyleCnt="0">
        <dgm:presLayoutVars>
          <dgm:dir/>
          <dgm:resizeHandles val="exact"/>
        </dgm:presLayoutVars>
      </dgm:prSet>
      <dgm:spPr/>
    </dgm:pt>
    <dgm:pt modelId="{B094683B-AD75-4796-A0EE-E73D4B27E1E6}" type="pres">
      <dgm:prSet presAssocID="{945D476E-62C0-4E50-9572-35417A295D10}" presName="container" presStyleCnt="0">
        <dgm:presLayoutVars>
          <dgm:dir/>
          <dgm:resizeHandles val="exact"/>
        </dgm:presLayoutVars>
      </dgm:prSet>
      <dgm:spPr/>
    </dgm:pt>
    <dgm:pt modelId="{1B18268E-B3E4-452A-84EC-5EB88DE008E8}" type="pres">
      <dgm:prSet presAssocID="{B7FC711F-C6CD-4656-8A17-869BA02790A2}" presName="compNode" presStyleCnt="0"/>
      <dgm:spPr/>
    </dgm:pt>
    <dgm:pt modelId="{CB4F2FE0-E1A4-42A7-AC04-2B68C96DBB63}" type="pres">
      <dgm:prSet presAssocID="{B7FC711F-C6CD-4656-8A17-869BA02790A2}" presName="iconBgRect" presStyleLbl="bgShp" presStyleIdx="0" presStyleCnt="3"/>
      <dgm:spPr/>
    </dgm:pt>
    <dgm:pt modelId="{4DE1AD07-D5CB-4958-B537-74097C6D61E8}" type="pres">
      <dgm:prSet presAssocID="{B7FC711F-C6CD-4656-8A17-869BA02790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uj"/>
        </a:ext>
      </dgm:extLst>
    </dgm:pt>
    <dgm:pt modelId="{3CBD0269-C9D7-499F-9F4C-1A95889B5909}" type="pres">
      <dgm:prSet presAssocID="{B7FC711F-C6CD-4656-8A17-869BA02790A2}" presName="spaceRect" presStyleCnt="0"/>
      <dgm:spPr/>
    </dgm:pt>
    <dgm:pt modelId="{9E6820C7-8592-4868-B4A2-2B1D998941BD}" type="pres">
      <dgm:prSet presAssocID="{B7FC711F-C6CD-4656-8A17-869BA02790A2}" presName="textRect" presStyleLbl="revTx" presStyleIdx="0" presStyleCnt="3">
        <dgm:presLayoutVars>
          <dgm:chMax val="1"/>
          <dgm:chPref val="1"/>
        </dgm:presLayoutVars>
      </dgm:prSet>
      <dgm:spPr/>
    </dgm:pt>
    <dgm:pt modelId="{F6128396-2C1B-4B3A-BE9D-19437A1B465A}" type="pres">
      <dgm:prSet presAssocID="{40C9475F-AB10-4CC4-8A83-CD1F291DEEE7}" presName="sibTrans" presStyleLbl="sibTrans2D1" presStyleIdx="0" presStyleCnt="0"/>
      <dgm:spPr/>
    </dgm:pt>
    <dgm:pt modelId="{0B230990-6860-409C-A3D8-04B17DAB1BAD}" type="pres">
      <dgm:prSet presAssocID="{0686A42E-F31B-4C60-9F69-DE5C513C0704}" presName="compNode" presStyleCnt="0"/>
      <dgm:spPr/>
    </dgm:pt>
    <dgm:pt modelId="{F3EADEC5-ABB4-4CFC-8E9F-755C1141C16A}" type="pres">
      <dgm:prSet presAssocID="{0686A42E-F31B-4C60-9F69-DE5C513C0704}" presName="iconBgRect" presStyleLbl="bgShp" presStyleIdx="1" presStyleCnt="3"/>
      <dgm:spPr/>
    </dgm:pt>
    <dgm:pt modelId="{E00673A3-B99B-4CF4-8BE2-D45A1BD7E0CF}" type="pres">
      <dgm:prSet presAssocID="{0686A42E-F31B-4C60-9F69-DE5C513C070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147302E5-467D-4C58-A13B-3472127E2465}" type="pres">
      <dgm:prSet presAssocID="{0686A42E-F31B-4C60-9F69-DE5C513C0704}" presName="spaceRect" presStyleCnt="0"/>
      <dgm:spPr/>
    </dgm:pt>
    <dgm:pt modelId="{B4DC64E4-FC56-43F1-8EBD-06510887E7A9}" type="pres">
      <dgm:prSet presAssocID="{0686A42E-F31B-4C60-9F69-DE5C513C0704}" presName="textRect" presStyleLbl="revTx" presStyleIdx="1" presStyleCnt="3">
        <dgm:presLayoutVars>
          <dgm:chMax val="1"/>
          <dgm:chPref val="1"/>
        </dgm:presLayoutVars>
      </dgm:prSet>
      <dgm:spPr/>
    </dgm:pt>
    <dgm:pt modelId="{E60A5399-6478-4D47-8AC1-A3276E15A5A8}" type="pres">
      <dgm:prSet presAssocID="{C37F7C2F-847F-470F-8CDC-BB9A7A252924}" presName="sibTrans" presStyleLbl="sibTrans2D1" presStyleIdx="0" presStyleCnt="0"/>
      <dgm:spPr/>
    </dgm:pt>
    <dgm:pt modelId="{C0B850F8-F475-4388-B2C2-CCE0A400CDF0}" type="pres">
      <dgm:prSet presAssocID="{74B7EF96-6ADE-41B2-BC04-4A8A9F003048}" presName="compNode" presStyleCnt="0"/>
      <dgm:spPr/>
    </dgm:pt>
    <dgm:pt modelId="{2AEA76BE-42D3-48E8-97FA-DD5A8B5EB331}" type="pres">
      <dgm:prSet presAssocID="{74B7EF96-6ADE-41B2-BC04-4A8A9F003048}" presName="iconBgRect" presStyleLbl="bgShp" presStyleIdx="2" presStyleCnt="3"/>
      <dgm:spPr/>
    </dgm:pt>
    <dgm:pt modelId="{46FA7001-2790-49B1-8D86-ED617E2C5FDC}" type="pres">
      <dgm:prSet presAssocID="{74B7EF96-6ADE-41B2-BC04-4A8A9F0030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B88FB3C1-FD0A-4D0E-AFCA-11CBCDCB1B68}" type="pres">
      <dgm:prSet presAssocID="{74B7EF96-6ADE-41B2-BC04-4A8A9F003048}" presName="spaceRect" presStyleCnt="0"/>
      <dgm:spPr/>
    </dgm:pt>
    <dgm:pt modelId="{55F55FE3-3CED-4D88-9CA8-6547680D215F}" type="pres">
      <dgm:prSet presAssocID="{74B7EF96-6ADE-41B2-BC04-4A8A9F0030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E9A007-F070-4EA8-93DB-2D0B731C5CD6}" type="presOf" srcId="{0686A42E-F31B-4C60-9F69-DE5C513C0704}" destId="{B4DC64E4-FC56-43F1-8EBD-06510887E7A9}" srcOrd="0" destOrd="0" presId="urn:microsoft.com/office/officeart/2018/2/layout/IconCircleList"/>
    <dgm:cxn modelId="{28D8C80E-0105-45B5-B248-A424F60393A0}" type="presOf" srcId="{945D476E-62C0-4E50-9572-35417A295D10}" destId="{FBE70506-D911-4402-B961-4AB82D691B66}" srcOrd="0" destOrd="0" presId="urn:microsoft.com/office/officeart/2018/2/layout/IconCircleList"/>
    <dgm:cxn modelId="{23065971-F4D3-4647-8CB2-7D5D03DC36A2}" srcId="{945D476E-62C0-4E50-9572-35417A295D10}" destId="{74B7EF96-6ADE-41B2-BC04-4A8A9F003048}" srcOrd="2" destOrd="0" parTransId="{DAC1C8B9-06B2-4901-A31F-6C14E6D787BA}" sibTransId="{D8222307-3A8B-4C2E-BB90-8C51049A151E}"/>
    <dgm:cxn modelId="{C85213B4-BF20-44E7-A2BB-0CE32CBF416A}" srcId="{945D476E-62C0-4E50-9572-35417A295D10}" destId="{0686A42E-F31B-4C60-9F69-DE5C513C0704}" srcOrd="1" destOrd="0" parTransId="{FB0529C4-ADCC-47A7-AEBE-71F2957A3084}" sibTransId="{C37F7C2F-847F-470F-8CDC-BB9A7A252924}"/>
    <dgm:cxn modelId="{F0FFA0D4-B628-427B-993B-CDE42DBF1939}" srcId="{945D476E-62C0-4E50-9572-35417A295D10}" destId="{B7FC711F-C6CD-4656-8A17-869BA02790A2}" srcOrd="0" destOrd="0" parTransId="{6C858534-F3A4-45D9-87ED-3D5AE78AC04A}" sibTransId="{40C9475F-AB10-4CC4-8A83-CD1F291DEEE7}"/>
    <dgm:cxn modelId="{B07046DD-90A4-4E41-9DDF-F47C43217891}" type="presOf" srcId="{C37F7C2F-847F-470F-8CDC-BB9A7A252924}" destId="{E60A5399-6478-4D47-8AC1-A3276E15A5A8}" srcOrd="0" destOrd="0" presId="urn:microsoft.com/office/officeart/2018/2/layout/IconCircleList"/>
    <dgm:cxn modelId="{D865ADDE-B7BD-41BC-8705-50D5ECCFF855}" type="presOf" srcId="{40C9475F-AB10-4CC4-8A83-CD1F291DEEE7}" destId="{F6128396-2C1B-4B3A-BE9D-19437A1B465A}" srcOrd="0" destOrd="0" presId="urn:microsoft.com/office/officeart/2018/2/layout/IconCircleList"/>
    <dgm:cxn modelId="{F674D2EE-8CBF-41B9-BA89-4DA134DA6952}" type="presOf" srcId="{B7FC711F-C6CD-4656-8A17-869BA02790A2}" destId="{9E6820C7-8592-4868-B4A2-2B1D998941BD}" srcOrd="0" destOrd="0" presId="urn:microsoft.com/office/officeart/2018/2/layout/IconCircleList"/>
    <dgm:cxn modelId="{ADA55FFC-DDF4-4B29-B366-6180A0A3402E}" type="presOf" srcId="{74B7EF96-6ADE-41B2-BC04-4A8A9F003048}" destId="{55F55FE3-3CED-4D88-9CA8-6547680D215F}" srcOrd="0" destOrd="0" presId="urn:microsoft.com/office/officeart/2018/2/layout/IconCircleList"/>
    <dgm:cxn modelId="{6A393572-C060-4051-AB48-351B64B32FBD}" type="presParOf" srcId="{FBE70506-D911-4402-B961-4AB82D691B66}" destId="{B094683B-AD75-4796-A0EE-E73D4B27E1E6}" srcOrd="0" destOrd="0" presId="urn:microsoft.com/office/officeart/2018/2/layout/IconCircleList"/>
    <dgm:cxn modelId="{A8F8C530-91FD-49F9-BB8B-B6C965D6FE1D}" type="presParOf" srcId="{B094683B-AD75-4796-A0EE-E73D4B27E1E6}" destId="{1B18268E-B3E4-452A-84EC-5EB88DE008E8}" srcOrd="0" destOrd="0" presId="urn:microsoft.com/office/officeart/2018/2/layout/IconCircleList"/>
    <dgm:cxn modelId="{9E9B92F6-5D58-4609-A569-D18FCFFC1FDE}" type="presParOf" srcId="{1B18268E-B3E4-452A-84EC-5EB88DE008E8}" destId="{CB4F2FE0-E1A4-42A7-AC04-2B68C96DBB63}" srcOrd="0" destOrd="0" presId="urn:microsoft.com/office/officeart/2018/2/layout/IconCircleList"/>
    <dgm:cxn modelId="{F5F8460A-C7DE-49A3-B8E3-2F662238FE54}" type="presParOf" srcId="{1B18268E-B3E4-452A-84EC-5EB88DE008E8}" destId="{4DE1AD07-D5CB-4958-B537-74097C6D61E8}" srcOrd="1" destOrd="0" presId="urn:microsoft.com/office/officeart/2018/2/layout/IconCircleList"/>
    <dgm:cxn modelId="{C1115A29-9E22-49AC-A7CD-1054528B7BFF}" type="presParOf" srcId="{1B18268E-B3E4-452A-84EC-5EB88DE008E8}" destId="{3CBD0269-C9D7-499F-9F4C-1A95889B5909}" srcOrd="2" destOrd="0" presId="urn:microsoft.com/office/officeart/2018/2/layout/IconCircleList"/>
    <dgm:cxn modelId="{720FDAAA-2039-4B5C-A515-99B4FD443BDE}" type="presParOf" srcId="{1B18268E-B3E4-452A-84EC-5EB88DE008E8}" destId="{9E6820C7-8592-4868-B4A2-2B1D998941BD}" srcOrd="3" destOrd="0" presId="urn:microsoft.com/office/officeart/2018/2/layout/IconCircleList"/>
    <dgm:cxn modelId="{321F3254-C497-493A-90A9-8F95F25B3D5A}" type="presParOf" srcId="{B094683B-AD75-4796-A0EE-E73D4B27E1E6}" destId="{F6128396-2C1B-4B3A-BE9D-19437A1B465A}" srcOrd="1" destOrd="0" presId="urn:microsoft.com/office/officeart/2018/2/layout/IconCircleList"/>
    <dgm:cxn modelId="{76E1CFA3-C243-425E-B93E-3C32B470042A}" type="presParOf" srcId="{B094683B-AD75-4796-A0EE-E73D4B27E1E6}" destId="{0B230990-6860-409C-A3D8-04B17DAB1BAD}" srcOrd="2" destOrd="0" presId="urn:microsoft.com/office/officeart/2018/2/layout/IconCircleList"/>
    <dgm:cxn modelId="{7426F72A-C400-4678-B8FF-B18F336D1FC1}" type="presParOf" srcId="{0B230990-6860-409C-A3D8-04B17DAB1BAD}" destId="{F3EADEC5-ABB4-4CFC-8E9F-755C1141C16A}" srcOrd="0" destOrd="0" presId="urn:microsoft.com/office/officeart/2018/2/layout/IconCircleList"/>
    <dgm:cxn modelId="{7F0D599A-E620-45B9-A712-56FFAA71D7BC}" type="presParOf" srcId="{0B230990-6860-409C-A3D8-04B17DAB1BAD}" destId="{E00673A3-B99B-4CF4-8BE2-D45A1BD7E0CF}" srcOrd="1" destOrd="0" presId="urn:microsoft.com/office/officeart/2018/2/layout/IconCircleList"/>
    <dgm:cxn modelId="{7107E188-CBEB-4769-A78F-EC788AF07179}" type="presParOf" srcId="{0B230990-6860-409C-A3D8-04B17DAB1BAD}" destId="{147302E5-467D-4C58-A13B-3472127E2465}" srcOrd="2" destOrd="0" presId="urn:microsoft.com/office/officeart/2018/2/layout/IconCircleList"/>
    <dgm:cxn modelId="{B18B8328-A2E8-4353-B5DC-A9B839D33DAC}" type="presParOf" srcId="{0B230990-6860-409C-A3D8-04B17DAB1BAD}" destId="{B4DC64E4-FC56-43F1-8EBD-06510887E7A9}" srcOrd="3" destOrd="0" presId="urn:microsoft.com/office/officeart/2018/2/layout/IconCircleList"/>
    <dgm:cxn modelId="{FCF6F7FE-9D00-4F24-9F09-48CD8757669F}" type="presParOf" srcId="{B094683B-AD75-4796-A0EE-E73D4B27E1E6}" destId="{E60A5399-6478-4D47-8AC1-A3276E15A5A8}" srcOrd="3" destOrd="0" presId="urn:microsoft.com/office/officeart/2018/2/layout/IconCircleList"/>
    <dgm:cxn modelId="{AD2CF038-D941-4A9F-90CF-2F410E85C819}" type="presParOf" srcId="{B094683B-AD75-4796-A0EE-E73D4B27E1E6}" destId="{C0B850F8-F475-4388-B2C2-CCE0A400CDF0}" srcOrd="4" destOrd="0" presId="urn:microsoft.com/office/officeart/2018/2/layout/IconCircleList"/>
    <dgm:cxn modelId="{0A4F901E-8938-42DB-8C88-CA1D12A27A7C}" type="presParOf" srcId="{C0B850F8-F475-4388-B2C2-CCE0A400CDF0}" destId="{2AEA76BE-42D3-48E8-97FA-DD5A8B5EB331}" srcOrd="0" destOrd="0" presId="urn:microsoft.com/office/officeart/2018/2/layout/IconCircleList"/>
    <dgm:cxn modelId="{D28805EE-A8E6-40FB-AE97-47988470124A}" type="presParOf" srcId="{C0B850F8-F475-4388-B2C2-CCE0A400CDF0}" destId="{46FA7001-2790-49B1-8D86-ED617E2C5FDC}" srcOrd="1" destOrd="0" presId="urn:microsoft.com/office/officeart/2018/2/layout/IconCircleList"/>
    <dgm:cxn modelId="{D8912FBD-5262-4B9D-B98B-5914C271AFA9}" type="presParOf" srcId="{C0B850F8-F475-4388-B2C2-CCE0A400CDF0}" destId="{B88FB3C1-FD0A-4D0E-AFCA-11CBCDCB1B68}" srcOrd="2" destOrd="0" presId="urn:microsoft.com/office/officeart/2018/2/layout/IconCircleList"/>
    <dgm:cxn modelId="{B20A6785-F70A-4C03-8E38-4A20847F7CC1}" type="presParOf" srcId="{C0B850F8-F475-4388-B2C2-CCE0A400CDF0}" destId="{55F55FE3-3CED-4D88-9CA8-6547680D21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5D476E-62C0-4E50-9572-35417A295D1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FC711F-C6CD-4656-8A17-869BA02790A2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Tryb grywalizacji</a:t>
          </a:r>
          <a:endParaRPr lang="en-US" dirty="0"/>
        </a:p>
      </dgm:t>
    </dgm:pt>
    <dgm:pt modelId="{6C858534-F3A4-45D9-87ED-3D5AE78AC04A}" type="parTrans" cxnId="{F0FFA0D4-B628-427B-993B-CDE42DBF1939}">
      <dgm:prSet/>
      <dgm:spPr/>
      <dgm:t>
        <a:bodyPr/>
        <a:lstStyle/>
        <a:p>
          <a:endParaRPr lang="en-US"/>
        </a:p>
      </dgm:t>
    </dgm:pt>
    <dgm:pt modelId="{40C9475F-AB10-4CC4-8A83-CD1F291DEEE7}" type="sibTrans" cxnId="{F0FFA0D4-B628-427B-993B-CDE42DBF193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686A42E-F31B-4C60-9F69-DE5C513C070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Personalizacja interfejsu</a:t>
          </a:r>
          <a:endParaRPr lang="en-US" dirty="0"/>
        </a:p>
      </dgm:t>
    </dgm:pt>
    <dgm:pt modelId="{FB0529C4-ADCC-47A7-AEBE-71F2957A3084}" type="parTrans" cxnId="{C85213B4-BF20-44E7-A2BB-0CE32CBF416A}">
      <dgm:prSet/>
      <dgm:spPr/>
      <dgm:t>
        <a:bodyPr/>
        <a:lstStyle/>
        <a:p>
          <a:endParaRPr lang="en-US"/>
        </a:p>
      </dgm:t>
    </dgm:pt>
    <dgm:pt modelId="{C37F7C2F-847F-470F-8CDC-BB9A7A252924}" type="sibTrans" cxnId="{C85213B4-BF20-44E7-A2BB-0CE32CBF41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B7EF96-6ADE-41B2-BC04-4A8A9F00304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Motto motywacyjne</a:t>
          </a:r>
          <a:endParaRPr lang="en-US" dirty="0"/>
        </a:p>
      </dgm:t>
    </dgm:pt>
    <dgm:pt modelId="{DAC1C8B9-06B2-4901-A31F-6C14E6D787BA}" type="parTrans" cxnId="{23065971-F4D3-4647-8CB2-7D5D03DC36A2}">
      <dgm:prSet/>
      <dgm:spPr/>
      <dgm:t>
        <a:bodyPr/>
        <a:lstStyle/>
        <a:p>
          <a:endParaRPr lang="en-US"/>
        </a:p>
      </dgm:t>
    </dgm:pt>
    <dgm:pt modelId="{D8222307-3A8B-4C2E-BB90-8C51049A151E}" type="sibTrans" cxnId="{23065971-F4D3-4647-8CB2-7D5D03DC36A2}">
      <dgm:prSet/>
      <dgm:spPr/>
      <dgm:t>
        <a:bodyPr/>
        <a:lstStyle/>
        <a:p>
          <a:endParaRPr lang="en-US"/>
        </a:p>
      </dgm:t>
    </dgm:pt>
    <dgm:pt modelId="{FBE70506-D911-4402-B961-4AB82D691B66}" type="pres">
      <dgm:prSet presAssocID="{945D476E-62C0-4E50-9572-35417A295D10}" presName="root" presStyleCnt="0">
        <dgm:presLayoutVars>
          <dgm:dir/>
          <dgm:resizeHandles val="exact"/>
        </dgm:presLayoutVars>
      </dgm:prSet>
      <dgm:spPr/>
    </dgm:pt>
    <dgm:pt modelId="{B094683B-AD75-4796-A0EE-E73D4B27E1E6}" type="pres">
      <dgm:prSet presAssocID="{945D476E-62C0-4E50-9572-35417A295D10}" presName="container" presStyleCnt="0">
        <dgm:presLayoutVars>
          <dgm:dir/>
          <dgm:resizeHandles val="exact"/>
        </dgm:presLayoutVars>
      </dgm:prSet>
      <dgm:spPr/>
    </dgm:pt>
    <dgm:pt modelId="{1B18268E-B3E4-452A-84EC-5EB88DE008E8}" type="pres">
      <dgm:prSet presAssocID="{B7FC711F-C6CD-4656-8A17-869BA02790A2}" presName="compNode" presStyleCnt="0"/>
      <dgm:spPr/>
    </dgm:pt>
    <dgm:pt modelId="{CB4F2FE0-E1A4-42A7-AC04-2B68C96DBB63}" type="pres">
      <dgm:prSet presAssocID="{B7FC711F-C6CD-4656-8A17-869BA02790A2}" presName="iconBgRect" presStyleLbl="bgShp" presStyleIdx="0" presStyleCnt="3"/>
      <dgm:spPr/>
    </dgm:pt>
    <dgm:pt modelId="{4DE1AD07-D5CB-4958-B537-74097C6D61E8}" type="pres">
      <dgm:prSet presAssocID="{B7FC711F-C6CD-4656-8A17-869BA02790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uj"/>
        </a:ext>
      </dgm:extLst>
    </dgm:pt>
    <dgm:pt modelId="{3CBD0269-C9D7-499F-9F4C-1A95889B5909}" type="pres">
      <dgm:prSet presAssocID="{B7FC711F-C6CD-4656-8A17-869BA02790A2}" presName="spaceRect" presStyleCnt="0"/>
      <dgm:spPr/>
    </dgm:pt>
    <dgm:pt modelId="{9E6820C7-8592-4868-B4A2-2B1D998941BD}" type="pres">
      <dgm:prSet presAssocID="{B7FC711F-C6CD-4656-8A17-869BA02790A2}" presName="textRect" presStyleLbl="revTx" presStyleIdx="0" presStyleCnt="3">
        <dgm:presLayoutVars>
          <dgm:chMax val="1"/>
          <dgm:chPref val="1"/>
        </dgm:presLayoutVars>
      </dgm:prSet>
      <dgm:spPr/>
    </dgm:pt>
    <dgm:pt modelId="{F6128396-2C1B-4B3A-BE9D-19437A1B465A}" type="pres">
      <dgm:prSet presAssocID="{40C9475F-AB10-4CC4-8A83-CD1F291DEEE7}" presName="sibTrans" presStyleLbl="sibTrans2D1" presStyleIdx="0" presStyleCnt="0"/>
      <dgm:spPr/>
    </dgm:pt>
    <dgm:pt modelId="{0B230990-6860-409C-A3D8-04B17DAB1BAD}" type="pres">
      <dgm:prSet presAssocID="{0686A42E-F31B-4C60-9F69-DE5C513C0704}" presName="compNode" presStyleCnt="0"/>
      <dgm:spPr/>
    </dgm:pt>
    <dgm:pt modelId="{F3EADEC5-ABB4-4CFC-8E9F-755C1141C16A}" type="pres">
      <dgm:prSet presAssocID="{0686A42E-F31B-4C60-9F69-DE5C513C0704}" presName="iconBgRect" presStyleLbl="bgShp" presStyleIdx="1" presStyleCnt="3"/>
      <dgm:spPr/>
    </dgm:pt>
    <dgm:pt modelId="{E00673A3-B99B-4CF4-8BE2-D45A1BD7E0CF}" type="pres">
      <dgm:prSet presAssocID="{0686A42E-F31B-4C60-9F69-DE5C513C070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147302E5-467D-4C58-A13B-3472127E2465}" type="pres">
      <dgm:prSet presAssocID="{0686A42E-F31B-4C60-9F69-DE5C513C0704}" presName="spaceRect" presStyleCnt="0"/>
      <dgm:spPr/>
    </dgm:pt>
    <dgm:pt modelId="{B4DC64E4-FC56-43F1-8EBD-06510887E7A9}" type="pres">
      <dgm:prSet presAssocID="{0686A42E-F31B-4C60-9F69-DE5C513C0704}" presName="textRect" presStyleLbl="revTx" presStyleIdx="1" presStyleCnt="3">
        <dgm:presLayoutVars>
          <dgm:chMax val="1"/>
          <dgm:chPref val="1"/>
        </dgm:presLayoutVars>
      </dgm:prSet>
      <dgm:spPr/>
    </dgm:pt>
    <dgm:pt modelId="{E60A5399-6478-4D47-8AC1-A3276E15A5A8}" type="pres">
      <dgm:prSet presAssocID="{C37F7C2F-847F-470F-8CDC-BB9A7A252924}" presName="sibTrans" presStyleLbl="sibTrans2D1" presStyleIdx="0" presStyleCnt="0"/>
      <dgm:spPr/>
    </dgm:pt>
    <dgm:pt modelId="{C0B850F8-F475-4388-B2C2-CCE0A400CDF0}" type="pres">
      <dgm:prSet presAssocID="{74B7EF96-6ADE-41B2-BC04-4A8A9F003048}" presName="compNode" presStyleCnt="0"/>
      <dgm:spPr/>
    </dgm:pt>
    <dgm:pt modelId="{2AEA76BE-42D3-48E8-97FA-DD5A8B5EB331}" type="pres">
      <dgm:prSet presAssocID="{74B7EF96-6ADE-41B2-BC04-4A8A9F003048}" presName="iconBgRect" presStyleLbl="bgShp" presStyleIdx="2" presStyleCnt="3"/>
      <dgm:spPr/>
    </dgm:pt>
    <dgm:pt modelId="{46FA7001-2790-49B1-8D86-ED617E2C5FDC}" type="pres">
      <dgm:prSet presAssocID="{74B7EF96-6ADE-41B2-BC04-4A8A9F0030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ła zębate"/>
        </a:ext>
      </dgm:extLst>
    </dgm:pt>
    <dgm:pt modelId="{B88FB3C1-FD0A-4D0E-AFCA-11CBCDCB1B68}" type="pres">
      <dgm:prSet presAssocID="{74B7EF96-6ADE-41B2-BC04-4A8A9F003048}" presName="spaceRect" presStyleCnt="0"/>
      <dgm:spPr/>
    </dgm:pt>
    <dgm:pt modelId="{55F55FE3-3CED-4D88-9CA8-6547680D215F}" type="pres">
      <dgm:prSet presAssocID="{74B7EF96-6ADE-41B2-BC04-4A8A9F0030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E9A007-F070-4EA8-93DB-2D0B731C5CD6}" type="presOf" srcId="{0686A42E-F31B-4C60-9F69-DE5C513C0704}" destId="{B4DC64E4-FC56-43F1-8EBD-06510887E7A9}" srcOrd="0" destOrd="0" presId="urn:microsoft.com/office/officeart/2018/2/layout/IconCircleList"/>
    <dgm:cxn modelId="{28D8C80E-0105-45B5-B248-A424F60393A0}" type="presOf" srcId="{945D476E-62C0-4E50-9572-35417A295D10}" destId="{FBE70506-D911-4402-B961-4AB82D691B66}" srcOrd="0" destOrd="0" presId="urn:microsoft.com/office/officeart/2018/2/layout/IconCircleList"/>
    <dgm:cxn modelId="{23065971-F4D3-4647-8CB2-7D5D03DC36A2}" srcId="{945D476E-62C0-4E50-9572-35417A295D10}" destId="{74B7EF96-6ADE-41B2-BC04-4A8A9F003048}" srcOrd="2" destOrd="0" parTransId="{DAC1C8B9-06B2-4901-A31F-6C14E6D787BA}" sibTransId="{D8222307-3A8B-4C2E-BB90-8C51049A151E}"/>
    <dgm:cxn modelId="{C85213B4-BF20-44E7-A2BB-0CE32CBF416A}" srcId="{945D476E-62C0-4E50-9572-35417A295D10}" destId="{0686A42E-F31B-4C60-9F69-DE5C513C0704}" srcOrd="1" destOrd="0" parTransId="{FB0529C4-ADCC-47A7-AEBE-71F2957A3084}" sibTransId="{C37F7C2F-847F-470F-8CDC-BB9A7A252924}"/>
    <dgm:cxn modelId="{F0FFA0D4-B628-427B-993B-CDE42DBF1939}" srcId="{945D476E-62C0-4E50-9572-35417A295D10}" destId="{B7FC711F-C6CD-4656-8A17-869BA02790A2}" srcOrd="0" destOrd="0" parTransId="{6C858534-F3A4-45D9-87ED-3D5AE78AC04A}" sibTransId="{40C9475F-AB10-4CC4-8A83-CD1F291DEEE7}"/>
    <dgm:cxn modelId="{B07046DD-90A4-4E41-9DDF-F47C43217891}" type="presOf" srcId="{C37F7C2F-847F-470F-8CDC-BB9A7A252924}" destId="{E60A5399-6478-4D47-8AC1-A3276E15A5A8}" srcOrd="0" destOrd="0" presId="urn:microsoft.com/office/officeart/2018/2/layout/IconCircleList"/>
    <dgm:cxn modelId="{D865ADDE-B7BD-41BC-8705-50D5ECCFF855}" type="presOf" srcId="{40C9475F-AB10-4CC4-8A83-CD1F291DEEE7}" destId="{F6128396-2C1B-4B3A-BE9D-19437A1B465A}" srcOrd="0" destOrd="0" presId="urn:microsoft.com/office/officeart/2018/2/layout/IconCircleList"/>
    <dgm:cxn modelId="{F674D2EE-8CBF-41B9-BA89-4DA134DA6952}" type="presOf" srcId="{B7FC711F-C6CD-4656-8A17-869BA02790A2}" destId="{9E6820C7-8592-4868-B4A2-2B1D998941BD}" srcOrd="0" destOrd="0" presId="urn:microsoft.com/office/officeart/2018/2/layout/IconCircleList"/>
    <dgm:cxn modelId="{ADA55FFC-DDF4-4B29-B366-6180A0A3402E}" type="presOf" srcId="{74B7EF96-6ADE-41B2-BC04-4A8A9F003048}" destId="{55F55FE3-3CED-4D88-9CA8-6547680D215F}" srcOrd="0" destOrd="0" presId="urn:microsoft.com/office/officeart/2018/2/layout/IconCircleList"/>
    <dgm:cxn modelId="{6A393572-C060-4051-AB48-351B64B32FBD}" type="presParOf" srcId="{FBE70506-D911-4402-B961-4AB82D691B66}" destId="{B094683B-AD75-4796-A0EE-E73D4B27E1E6}" srcOrd="0" destOrd="0" presId="urn:microsoft.com/office/officeart/2018/2/layout/IconCircleList"/>
    <dgm:cxn modelId="{A8F8C530-91FD-49F9-BB8B-B6C965D6FE1D}" type="presParOf" srcId="{B094683B-AD75-4796-A0EE-E73D4B27E1E6}" destId="{1B18268E-B3E4-452A-84EC-5EB88DE008E8}" srcOrd="0" destOrd="0" presId="urn:microsoft.com/office/officeart/2018/2/layout/IconCircleList"/>
    <dgm:cxn modelId="{9E9B92F6-5D58-4609-A569-D18FCFFC1FDE}" type="presParOf" srcId="{1B18268E-B3E4-452A-84EC-5EB88DE008E8}" destId="{CB4F2FE0-E1A4-42A7-AC04-2B68C96DBB63}" srcOrd="0" destOrd="0" presId="urn:microsoft.com/office/officeart/2018/2/layout/IconCircleList"/>
    <dgm:cxn modelId="{F5F8460A-C7DE-49A3-B8E3-2F662238FE54}" type="presParOf" srcId="{1B18268E-B3E4-452A-84EC-5EB88DE008E8}" destId="{4DE1AD07-D5CB-4958-B537-74097C6D61E8}" srcOrd="1" destOrd="0" presId="urn:microsoft.com/office/officeart/2018/2/layout/IconCircleList"/>
    <dgm:cxn modelId="{C1115A29-9E22-49AC-A7CD-1054528B7BFF}" type="presParOf" srcId="{1B18268E-B3E4-452A-84EC-5EB88DE008E8}" destId="{3CBD0269-C9D7-499F-9F4C-1A95889B5909}" srcOrd="2" destOrd="0" presId="urn:microsoft.com/office/officeart/2018/2/layout/IconCircleList"/>
    <dgm:cxn modelId="{720FDAAA-2039-4B5C-A515-99B4FD443BDE}" type="presParOf" srcId="{1B18268E-B3E4-452A-84EC-5EB88DE008E8}" destId="{9E6820C7-8592-4868-B4A2-2B1D998941BD}" srcOrd="3" destOrd="0" presId="urn:microsoft.com/office/officeart/2018/2/layout/IconCircleList"/>
    <dgm:cxn modelId="{321F3254-C497-493A-90A9-8F95F25B3D5A}" type="presParOf" srcId="{B094683B-AD75-4796-A0EE-E73D4B27E1E6}" destId="{F6128396-2C1B-4B3A-BE9D-19437A1B465A}" srcOrd="1" destOrd="0" presId="urn:microsoft.com/office/officeart/2018/2/layout/IconCircleList"/>
    <dgm:cxn modelId="{76E1CFA3-C243-425E-B93E-3C32B470042A}" type="presParOf" srcId="{B094683B-AD75-4796-A0EE-E73D4B27E1E6}" destId="{0B230990-6860-409C-A3D8-04B17DAB1BAD}" srcOrd="2" destOrd="0" presId="urn:microsoft.com/office/officeart/2018/2/layout/IconCircleList"/>
    <dgm:cxn modelId="{7426F72A-C400-4678-B8FF-B18F336D1FC1}" type="presParOf" srcId="{0B230990-6860-409C-A3D8-04B17DAB1BAD}" destId="{F3EADEC5-ABB4-4CFC-8E9F-755C1141C16A}" srcOrd="0" destOrd="0" presId="urn:microsoft.com/office/officeart/2018/2/layout/IconCircleList"/>
    <dgm:cxn modelId="{7F0D599A-E620-45B9-A712-56FFAA71D7BC}" type="presParOf" srcId="{0B230990-6860-409C-A3D8-04B17DAB1BAD}" destId="{E00673A3-B99B-4CF4-8BE2-D45A1BD7E0CF}" srcOrd="1" destOrd="0" presId="urn:microsoft.com/office/officeart/2018/2/layout/IconCircleList"/>
    <dgm:cxn modelId="{7107E188-CBEB-4769-A78F-EC788AF07179}" type="presParOf" srcId="{0B230990-6860-409C-A3D8-04B17DAB1BAD}" destId="{147302E5-467D-4C58-A13B-3472127E2465}" srcOrd="2" destOrd="0" presId="urn:microsoft.com/office/officeart/2018/2/layout/IconCircleList"/>
    <dgm:cxn modelId="{B18B8328-A2E8-4353-B5DC-A9B839D33DAC}" type="presParOf" srcId="{0B230990-6860-409C-A3D8-04B17DAB1BAD}" destId="{B4DC64E4-FC56-43F1-8EBD-06510887E7A9}" srcOrd="3" destOrd="0" presId="urn:microsoft.com/office/officeart/2018/2/layout/IconCircleList"/>
    <dgm:cxn modelId="{FCF6F7FE-9D00-4F24-9F09-48CD8757669F}" type="presParOf" srcId="{B094683B-AD75-4796-A0EE-E73D4B27E1E6}" destId="{E60A5399-6478-4D47-8AC1-A3276E15A5A8}" srcOrd="3" destOrd="0" presId="urn:microsoft.com/office/officeart/2018/2/layout/IconCircleList"/>
    <dgm:cxn modelId="{AD2CF038-D941-4A9F-90CF-2F410E85C819}" type="presParOf" srcId="{B094683B-AD75-4796-A0EE-E73D4B27E1E6}" destId="{C0B850F8-F475-4388-B2C2-CCE0A400CDF0}" srcOrd="4" destOrd="0" presId="urn:microsoft.com/office/officeart/2018/2/layout/IconCircleList"/>
    <dgm:cxn modelId="{0A4F901E-8938-42DB-8C88-CA1D12A27A7C}" type="presParOf" srcId="{C0B850F8-F475-4388-B2C2-CCE0A400CDF0}" destId="{2AEA76BE-42D3-48E8-97FA-DD5A8B5EB331}" srcOrd="0" destOrd="0" presId="urn:microsoft.com/office/officeart/2018/2/layout/IconCircleList"/>
    <dgm:cxn modelId="{D28805EE-A8E6-40FB-AE97-47988470124A}" type="presParOf" srcId="{C0B850F8-F475-4388-B2C2-CCE0A400CDF0}" destId="{46FA7001-2790-49B1-8D86-ED617E2C5FDC}" srcOrd="1" destOrd="0" presId="urn:microsoft.com/office/officeart/2018/2/layout/IconCircleList"/>
    <dgm:cxn modelId="{D8912FBD-5262-4B9D-B98B-5914C271AFA9}" type="presParOf" srcId="{C0B850F8-F475-4388-B2C2-CCE0A400CDF0}" destId="{B88FB3C1-FD0A-4D0E-AFCA-11CBCDCB1B68}" srcOrd="2" destOrd="0" presId="urn:microsoft.com/office/officeart/2018/2/layout/IconCircleList"/>
    <dgm:cxn modelId="{B20A6785-F70A-4C03-8E38-4A20847F7CC1}" type="presParOf" srcId="{C0B850F8-F475-4388-B2C2-CCE0A400CDF0}" destId="{55F55FE3-3CED-4D88-9CA8-6547680D21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E0F219-8482-458C-8DE0-959DDEED37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7D8DE2-93D2-45E7-B3FC-7F36DC0A7065}">
      <dgm:prSet/>
      <dgm:spPr/>
      <dgm:t>
        <a:bodyPr/>
        <a:lstStyle/>
        <a:p>
          <a:r>
            <a:rPr lang="pl-PL" dirty="0"/>
            <a:t>Brak wymaganego połączenia z </a:t>
          </a:r>
          <a:r>
            <a:rPr lang="pl-PL" dirty="0" err="1"/>
            <a:t>internetem</a:t>
          </a:r>
          <a:endParaRPr lang="en-US" dirty="0"/>
        </a:p>
      </dgm:t>
    </dgm:pt>
    <dgm:pt modelId="{ABDFA8BE-6AB7-468E-9B67-23FD9A80881A}" type="parTrans" cxnId="{23DEB971-68B9-4B64-9993-9F82D15890F3}">
      <dgm:prSet/>
      <dgm:spPr/>
      <dgm:t>
        <a:bodyPr/>
        <a:lstStyle/>
        <a:p>
          <a:endParaRPr lang="en-US"/>
        </a:p>
      </dgm:t>
    </dgm:pt>
    <dgm:pt modelId="{876F2042-B8BB-4880-95CE-4FE1D68164FB}" type="sibTrans" cxnId="{23DEB971-68B9-4B64-9993-9F82D15890F3}">
      <dgm:prSet/>
      <dgm:spPr/>
      <dgm:t>
        <a:bodyPr/>
        <a:lstStyle/>
        <a:p>
          <a:endParaRPr lang="en-US"/>
        </a:p>
      </dgm:t>
    </dgm:pt>
    <dgm:pt modelId="{69B86272-C3E9-4223-B63F-A9C7530FFBD4}">
      <dgm:prSet/>
      <dgm:spPr/>
      <dgm:t>
        <a:bodyPr/>
        <a:lstStyle/>
        <a:p>
          <a:r>
            <a:rPr lang="pl-PL"/>
            <a:t>Łatwość nawigacji pomiędzy interfejsami</a:t>
          </a:r>
          <a:endParaRPr lang="en-US"/>
        </a:p>
      </dgm:t>
    </dgm:pt>
    <dgm:pt modelId="{9C7C3DBF-0D7E-46FE-BE31-493D7CA2ACE5}" type="parTrans" cxnId="{451A0F3C-0EB1-4877-A09A-E6B12DF22CFE}">
      <dgm:prSet/>
      <dgm:spPr/>
      <dgm:t>
        <a:bodyPr/>
        <a:lstStyle/>
        <a:p>
          <a:endParaRPr lang="en-US"/>
        </a:p>
      </dgm:t>
    </dgm:pt>
    <dgm:pt modelId="{6B9B3C8E-01C1-43D3-8722-5ABE1A3ED53F}" type="sibTrans" cxnId="{451A0F3C-0EB1-4877-A09A-E6B12DF22CFE}">
      <dgm:prSet/>
      <dgm:spPr/>
      <dgm:t>
        <a:bodyPr/>
        <a:lstStyle/>
        <a:p>
          <a:endParaRPr lang="en-US"/>
        </a:p>
      </dgm:t>
    </dgm:pt>
    <dgm:pt modelId="{C0655E64-EEB5-458F-B006-4FCFA88BDC5E}">
      <dgm:prSet/>
      <dgm:spPr/>
      <dgm:t>
        <a:bodyPr/>
        <a:lstStyle/>
        <a:p>
          <a:r>
            <a:rPr lang="pl-PL"/>
            <a:t>Bogata personalizacja wyglądu aplikacji</a:t>
          </a:r>
          <a:endParaRPr lang="en-US"/>
        </a:p>
      </dgm:t>
    </dgm:pt>
    <dgm:pt modelId="{C09A0716-AB78-4311-8D52-753AC2BCA71A}" type="parTrans" cxnId="{0640BF98-69EA-4F13-A6E4-A7637FF82BF6}">
      <dgm:prSet/>
      <dgm:spPr/>
      <dgm:t>
        <a:bodyPr/>
        <a:lstStyle/>
        <a:p>
          <a:endParaRPr lang="en-US"/>
        </a:p>
      </dgm:t>
    </dgm:pt>
    <dgm:pt modelId="{439C84AA-AF2D-4E70-B53F-B45374C1B484}" type="sibTrans" cxnId="{0640BF98-69EA-4F13-A6E4-A7637FF82BF6}">
      <dgm:prSet/>
      <dgm:spPr/>
      <dgm:t>
        <a:bodyPr/>
        <a:lstStyle/>
        <a:p>
          <a:endParaRPr lang="en-US"/>
        </a:p>
      </dgm:t>
    </dgm:pt>
    <dgm:pt modelId="{F7B48C13-43C9-4705-A9ED-F5BD33FED6F9}">
      <dgm:prSet/>
      <dgm:spPr/>
      <dgm:t>
        <a:bodyPr/>
        <a:lstStyle/>
        <a:p>
          <a:r>
            <a:rPr lang="pl-PL"/>
            <a:t>Wsparcie dla różnych trybów nauki</a:t>
          </a:r>
          <a:endParaRPr lang="en-US"/>
        </a:p>
      </dgm:t>
    </dgm:pt>
    <dgm:pt modelId="{CE29E8C7-FDB1-4420-A7BC-FA160713E372}" type="parTrans" cxnId="{B577C278-3EF9-4500-9AAB-41D1382996D3}">
      <dgm:prSet/>
      <dgm:spPr/>
      <dgm:t>
        <a:bodyPr/>
        <a:lstStyle/>
        <a:p>
          <a:endParaRPr lang="en-US"/>
        </a:p>
      </dgm:t>
    </dgm:pt>
    <dgm:pt modelId="{374590AF-EEE8-4C94-97AF-798186FB1FBA}" type="sibTrans" cxnId="{B577C278-3EF9-4500-9AAB-41D1382996D3}">
      <dgm:prSet/>
      <dgm:spPr/>
      <dgm:t>
        <a:bodyPr/>
        <a:lstStyle/>
        <a:p>
          <a:endParaRPr lang="en-US"/>
        </a:p>
      </dgm:t>
    </dgm:pt>
    <dgm:pt modelId="{166C904B-BF6B-4190-A6DD-75ABD36CCB99}">
      <dgm:prSet/>
      <dgm:spPr/>
      <dgm:t>
        <a:bodyPr/>
        <a:lstStyle/>
        <a:p>
          <a:r>
            <a:rPr lang="pl-PL"/>
            <a:t>Śledzenie postępów użytkownika</a:t>
          </a:r>
          <a:endParaRPr lang="en-US"/>
        </a:p>
      </dgm:t>
    </dgm:pt>
    <dgm:pt modelId="{CC89D799-A7A2-4F97-9EAF-CA4734AFC1F1}" type="parTrans" cxnId="{18714D4E-7DE2-416E-94D3-79FEBE3FBF75}">
      <dgm:prSet/>
      <dgm:spPr/>
      <dgm:t>
        <a:bodyPr/>
        <a:lstStyle/>
        <a:p>
          <a:endParaRPr lang="en-US"/>
        </a:p>
      </dgm:t>
    </dgm:pt>
    <dgm:pt modelId="{AA8B8E4C-99AB-45A0-993E-5CDC66C17F2C}" type="sibTrans" cxnId="{18714D4E-7DE2-416E-94D3-79FEBE3FBF75}">
      <dgm:prSet/>
      <dgm:spPr/>
      <dgm:t>
        <a:bodyPr/>
        <a:lstStyle/>
        <a:p>
          <a:endParaRPr lang="en-US"/>
        </a:p>
      </dgm:t>
    </dgm:pt>
    <dgm:pt modelId="{BB88C997-71B1-4A2D-A8FC-30166AA3CDA4}">
      <dgm:prSet/>
      <dgm:spPr/>
      <dgm:t>
        <a:bodyPr/>
        <a:lstStyle/>
        <a:p>
          <a:r>
            <a:rPr lang="pl-PL"/>
            <a:t>Intuicyjność edycji zestawów fiszek</a:t>
          </a:r>
          <a:endParaRPr lang="en-US"/>
        </a:p>
      </dgm:t>
    </dgm:pt>
    <dgm:pt modelId="{C6B0C7DD-3127-4C07-9527-B3F8C02E82AD}" type="parTrans" cxnId="{F9D978D2-3386-47B1-BC17-E375ECBCDD8A}">
      <dgm:prSet/>
      <dgm:spPr/>
      <dgm:t>
        <a:bodyPr/>
        <a:lstStyle/>
        <a:p>
          <a:endParaRPr lang="en-US"/>
        </a:p>
      </dgm:t>
    </dgm:pt>
    <dgm:pt modelId="{9B2ADC12-1591-4A84-A9FF-BD8DD267C9C0}" type="sibTrans" cxnId="{F9D978D2-3386-47B1-BC17-E375ECBCDD8A}">
      <dgm:prSet/>
      <dgm:spPr/>
      <dgm:t>
        <a:bodyPr/>
        <a:lstStyle/>
        <a:p>
          <a:endParaRPr lang="en-US"/>
        </a:p>
      </dgm:t>
    </dgm:pt>
    <dgm:pt modelId="{CB66BA88-1838-4247-87DF-C3461F7C875A}">
      <dgm:prSet/>
      <dgm:spPr/>
      <dgm:t>
        <a:bodyPr/>
        <a:lstStyle/>
        <a:p>
          <a:r>
            <a:rPr lang="pl-PL"/>
            <a:t>Bezproblemowość wymiany fiszek pomiędzy użytkownikami</a:t>
          </a:r>
          <a:endParaRPr lang="en-US"/>
        </a:p>
      </dgm:t>
    </dgm:pt>
    <dgm:pt modelId="{112A9090-D015-46E7-906D-F0FD85515CCE}" type="parTrans" cxnId="{691D64AE-7DA7-4CE6-9478-E2808D153842}">
      <dgm:prSet/>
      <dgm:spPr/>
      <dgm:t>
        <a:bodyPr/>
        <a:lstStyle/>
        <a:p>
          <a:endParaRPr lang="en-US"/>
        </a:p>
      </dgm:t>
    </dgm:pt>
    <dgm:pt modelId="{3C918F8A-41B8-4609-A993-8CC7E83CAC8B}" type="sibTrans" cxnId="{691D64AE-7DA7-4CE6-9478-E2808D153842}">
      <dgm:prSet/>
      <dgm:spPr/>
      <dgm:t>
        <a:bodyPr/>
        <a:lstStyle/>
        <a:p>
          <a:endParaRPr lang="en-US"/>
        </a:p>
      </dgm:t>
    </dgm:pt>
    <dgm:pt modelId="{FAE55BB7-B537-4410-BB3F-CE4B6BBF7333}">
      <dgm:prSet/>
      <dgm:spPr/>
      <dgm:t>
        <a:bodyPr/>
        <a:lstStyle/>
        <a:p>
          <a:r>
            <a:rPr lang="pl-PL"/>
            <a:t>Powiadomienia przypominające o regularnej nauce</a:t>
          </a:r>
          <a:endParaRPr lang="en-US"/>
        </a:p>
      </dgm:t>
    </dgm:pt>
    <dgm:pt modelId="{D52382F5-6DBD-4854-9951-0720C1BF063C}" type="parTrans" cxnId="{FDE98AC1-DB33-4B56-9CA5-3C2038B63F3E}">
      <dgm:prSet/>
      <dgm:spPr/>
      <dgm:t>
        <a:bodyPr/>
        <a:lstStyle/>
        <a:p>
          <a:endParaRPr lang="en-US"/>
        </a:p>
      </dgm:t>
    </dgm:pt>
    <dgm:pt modelId="{F2E3EFC3-9B8E-4E64-960A-9A1A8109AEBE}" type="sibTrans" cxnId="{FDE98AC1-DB33-4B56-9CA5-3C2038B63F3E}">
      <dgm:prSet/>
      <dgm:spPr/>
      <dgm:t>
        <a:bodyPr/>
        <a:lstStyle/>
        <a:p>
          <a:endParaRPr lang="en-US"/>
        </a:p>
      </dgm:t>
    </dgm:pt>
    <dgm:pt modelId="{71F9C7F0-F1E8-41DF-8C2C-BA85B2FAA6CC}" type="pres">
      <dgm:prSet presAssocID="{B2E0F219-8482-458C-8DE0-959DDEED3790}" presName="vert0" presStyleCnt="0">
        <dgm:presLayoutVars>
          <dgm:dir/>
          <dgm:animOne val="branch"/>
          <dgm:animLvl val="lvl"/>
        </dgm:presLayoutVars>
      </dgm:prSet>
      <dgm:spPr/>
    </dgm:pt>
    <dgm:pt modelId="{4F561CEF-FCD8-4F6D-B51C-628C69390F44}" type="pres">
      <dgm:prSet presAssocID="{C87D8DE2-93D2-45E7-B3FC-7F36DC0A7065}" presName="thickLine" presStyleLbl="alignNode1" presStyleIdx="0" presStyleCnt="8"/>
      <dgm:spPr/>
    </dgm:pt>
    <dgm:pt modelId="{7A553C06-29A1-4012-88B9-EF385566536E}" type="pres">
      <dgm:prSet presAssocID="{C87D8DE2-93D2-45E7-B3FC-7F36DC0A7065}" presName="horz1" presStyleCnt="0"/>
      <dgm:spPr/>
    </dgm:pt>
    <dgm:pt modelId="{0514BC0F-A025-41EE-86CA-A21E71E3D0A7}" type="pres">
      <dgm:prSet presAssocID="{C87D8DE2-93D2-45E7-B3FC-7F36DC0A7065}" presName="tx1" presStyleLbl="revTx" presStyleIdx="0" presStyleCnt="8"/>
      <dgm:spPr/>
    </dgm:pt>
    <dgm:pt modelId="{2610799A-0DCE-4A1A-88BD-485E6B0A449A}" type="pres">
      <dgm:prSet presAssocID="{C87D8DE2-93D2-45E7-B3FC-7F36DC0A7065}" presName="vert1" presStyleCnt="0"/>
      <dgm:spPr/>
    </dgm:pt>
    <dgm:pt modelId="{FA5A7632-DA7F-48AD-9FC8-99312C9FC5BE}" type="pres">
      <dgm:prSet presAssocID="{69B86272-C3E9-4223-B63F-A9C7530FFBD4}" presName="thickLine" presStyleLbl="alignNode1" presStyleIdx="1" presStyleCnt="8"/>
      <dgm:spPr/>
    </dgm:pt>
    <dgm:pt modelId="{6F5FC0DD-F919-46AB-AB3A-46C0B586CEFC}" type="pres">
      <dgm:prSet presAssocID="{69B86272-C3E9-4223-B63F-A9C7530FFBD4}" presName="horz1" presStyleCnt="0"/>
      <dgm:spPr/>
    </dgm:pt>
    <dgm:pt modelId="{CCDB5C10-AC6D-4C75-A018-62DE1276CE5E}" type="pres">
      <dgm:prSet presAssocID="{69B86272-C3E9-4223-B63F-A9C7530FFBD4}" presName="tx1" presStyleLbl="revTx" presStyleIdx="1" presStyleCnt="8"/>
      <dgm:spPr/>
    </dgm:pt>
    <dgm:pt modelId="{10088312-729A-4B4B-BDA8-722C06011992}" type="pres">
      <dgm:prSet presAssocID="{69B86272-C3E9-4223-B63F-A9C7530FFBD4}" presName="vert1" presStyleCnt="0"/>
      <dgm:spPr/>
    </dgm:pt>
    <dgm:pt modelId="{EA5D5B95-873F-49FE-994B-C201EFB4F382}" type="pres">
      <dgm:prSet presAssocID="{C0655E64-EEB5-458F-B006-4FCFA88BDC5E}" presName="thickLine" presStyleLbl="alignNode1" presStyleIdx="2" presStyleCnt="8"/>
      <dgm:spPr/>
    </dgm:pt>
    <dgm:pt modelId="{AFDEEBC8-7393-4D26-938F-7D0A74CF6E23}" type="pres">
      <dgm:prSet presAssocID="{C0655E64-EEB5-458F-B006-4FCFA88BDC5E}" presName="horz1" presStyleCnt="0"/>
      <dgm:spPr/>
    </dgm:pt>
    <dgm:pt modelId="{43A62C2A-08B6-4D6B-926E-B597C26F1278}" type="pres">
      <dgm:prSet presAssocID="{C0655E64-EEB5-458F-B006-4FCFA88BDC5E}" presName="tx1" presStyleLbl="revTx" presStyleIdx="2" presStyleCnt="8"/>
      <dgm:spPr/>
    </dgm:pt>
    <dgm:pt modelId="{B4CC7C35-58F4-4764-BFE1-7EBE49C36726}" type="pres">
      <dgm:prSet presAssocID="{C0655E64-EEB5-458F-B006-4FCFA88BDC5E}" presName="vert1" presStyleCnt="0"/>
      <dgm:spPr/>
    </dgm:pt>
    <dgm:pt modelId="{4197BE4C-4DFE-4F09-90FF-5FDBB3F5363A}" type="pres">
      <dgm:prSet presAssocID="{F7B48C13-43C9-4705-A9ED-F5BD33FED6F9}" presName="thickLine" presStyleLbl="alignNode1" presStyleIdx="3" presStyleCnt="8"/>
      <dgm:spPr/>
    </dgm:pt>
    <dgm:pt modelId="{9EA4978A-AE3E-40C2-8E07-EC126F34E25B}" type="pres">
      <dgm:prSet presAssocID="{F7B48C13-43C9-4705-A9ED-F5BD33FED6F9}" presName="horz1" presStyleCnt="0"/>
      <dgm:spPr/>
    </dgm:pt>
    <dgm:pt modelId="{4AF03F19-A00B-46FF-BCD7-0C5ECDC2EA0A}" type="pres">
      <dgm:prSet presAssocID="{F7B48C13-43C9-4705-A9ED-F5BD33FED6F9}" presName="tx1" presStyleLbl="revTx" presStyleIdx="3" presStyleCnt="8"/>
      <dgm:spPr/>
    </dgm:pt>
    <dgm:pt modelId="{E5CF780F-86A9-4CCE-A2D6-39C8254E29EF}" type="pres">
      <dgm:prSet presAssocID="{F7B48C13-43C9-4705-A9ED-F5BD33FED6F9}" presName="vert1" presStyleCnt="0"/>
      <dgm:spPr/>
    </dgm:pt>
    <dgm:pt modelId="{9DE47FE3-FC45-4686-A319-99A1197EC6CE}" type="pres">
      <dgm:prSet presAssocID="{166C904B-BF6B-4190-A6DD-75ABD36CCB99}" presName="thickLine" presStyleLbl="alignNode1" presStyleIdx="4" presStyleCnt="8"/>
      <dgm:spPr/>
    </dgm:pt>
    <dgm:pt modelId="{640F5455-C22B-454B-979B-9690FD208475}" type="pres">
      <dgm:prSet presAssocID="{166C904B-BF6B-4190-A6DD-75ABD36CCB99}" presName="horz1" presStyleCnt="0"/>
      <dgm:spPr/>
    </dgm:pt>
    <dgm:pt modelId="{73BB3E04-09A0-448B-AB48-1A0B500FCD02}" type="pres">
      <dgm:prSet presAssocID="{166C904B-BF6B-4190-A6DD-75ABD36CCB99}" presName="tx1" presStyleLbl="revTx" presStyleIdx="4" presStyleCnt="8"/>
      <dgm:spPr/>
    </dgm:pt>
    <dgm:pt modelId="{5231B4F0-1883-4EAF-A5DE-C51FDBB78043}" type="pres">
      <dgm:prSet presAssocID="{166C904B-BF6B-4190-A6DD-75ABD36CCB99}" presName="vert1" presStyleCnt="0"/>
      <dgm:spPr/>
    </dgm:pt>
    <dgm:pt modelId="{B60C380E-98E1-40A9-BA69-FDA9B94755AA}" type="pres">
      <dgm:prSet presAssocID="{BB88C997-71B1-4A2D-A8FC-30166AA3CDA4}" presName="thickLine" presStyleLbl="alignNode1" presStyleIdx="5" presStyleCnt="8"/>
      <dgm:spPr/>
    </dgm:pt>
    <dgm:pt modelId="{739E8832-7597-40A0-B0C5-62E5614CB3EF}" type="pres">
      <dgm:prSet presAssocID="{BB88C997-71B1-4A2D-A8FC-30166AA3CDA4}" presName="horz1" presStyleCnt="0"/>
      <dgm:spPr/>
    </dgm:pt>
    <dgm:pt modelId="{E0AD2AC9-C304-454A-BAE8-162A0477A021}" type="pres">
      <dgm:prSet presAssocID="{BB88C997-71B1-4A2D-A8FC-30166AA3CDA4}" presName="tx1" presStyleLbl="revTx" presStyleIdx="5" presStyleCnt="8"/>
      <dgm:spPr/>
    </dgm:pt>
    <dgm:pt modelId="{6F3965C7-C546-4FF7-89F8-A42BDE96E541}" type="pres">
      <dgm:prSet presAssocID="{BB88C997-71B1-4A2D-A8FC-30166AA3CDA4}" presName="vert1" presStyleCnt="0"/>
      <dgm:spPr/>
    </dgm:pt>
    <dgm:pt modelId="{1EA064D7-F5CB-47D7-B631-C2FFD3B7D802}" type="pres">
      <dgm:prSet presAssocID="{CB66BA88-1838-4247-87DF-C3461F7C875A}" presName="thickLine" presStyleLbl="alignNode1" presStyleIdx="6" presStyleCnt="8"/>
      <dgm:spPr/>
    </dgm:pt>
    <dgm:pt modelId="{FE1F9C02-30FC-4396-A899-64C4280E3DD2}" type="pres">
      <dgm:prSet presAssocID="{CB66BA88-1838-4247-87DF-C3461F7C875A}" presName="horz1" presStyleCnt="0"/>
      <dgm:spPr/>
    </dgm:pt>
    <dgm:pt modelId="{76D621D2-4AF9-40E9-8D58-D51FF5CA1D73}" type="pres">
      <dgm:prSet presAssocID="{CB66BA88-1838-4247-87DF-C3461F7C875A}" presName="tx1" presStyleLbl="revTx" presStyleIdx="6" presStyleCnt="8"/>
      <dgm:spPr/>
    </dgm:pt>
    <dgm:pt modelId="{3CBF88B3-4158-4EED-95DE-A58D4A6AF146}" type="pres">
      <dgm:prSet presAssocID="{CB66BA88-1838-4247-87DF-C3461F7C875A}" presName="vert1" presStyleCnt="0"/>
      <dgm:spPr/>
    </dgm:pt>
    <dgm:pt modelId="{8D80D007-CD3E-4ABF-A14F-99E4756CFB78}" type="pres">
      <dgm:prSet presAssocID="{FAE55BB7-B537-4410-BB3F-CE4B6BBF7333}" presName="thickLine" presStyleLbl="alignNode1" presStyleIdx="7" presStyleCnt="8"/>
      <dgm:spPr/>
    </dgm:pt>
    <dgm:pt modelId="{2F05E384-3647-4BC6-A45A-CFCDF28E02AD}" type="pres">
      <dgm:prSet presAssocID="{FAE55BB7-B537-4410-BB3F-CE4B6BBF7333}" presName="horz1" presStyleCnt="0"/>
      <dgm:spPr/>
    </dgm:pt>
    <dgm:pt modelId="{8708B404-9C2A-4155-BBC9-A55C99483D7F}" type="pres">
      <dgm:prSet presAssocID="{FAE55BB7-B537-4410-BB3F-CE4B6BBF7333}" presName="tx1" presStyleLbl="revTx" presStyleIdx="7" presStyleCnt="8"/>
      <dgm:spPr/>
    </dgm:pt>
    <dgm:pt modelId="{809860E9-0097-4A24-AA19-FD04F733A54E}" type="pres">
      <dgm:prSet presAssocID="{FAE55BB7-B537-4410-BB3F-CE4B6BBF7333}" presName="vert1" presStyleCnt="0"/>
      <dgm:spPr/>
    </dgm:pt>
  </dgm:ptLst>
  <dgm:cxnLst>
    <dgm:cxn modelId="{799E6D00-814B-4C57-BC05-AD1031B0A311}" type="presOf" srcId="{69B86272-C3E9-4223-B63F-A9C7530FFBD4}" destId="{CCDB5C10-AC6D-4C75-A018-62DE1276CE5E}" srcOrd="0" destOrd="0" presId="urn:microsoft.com/office/officeart/2008/layout/LinedList"/>
    <dgm:cxn modelId="{2C0AD211-C0C3-4D44-BF2F-DED56F15D996}" type="presOf" srcId="{B2E0F219-8482-458C-8DE0-959DDEED3790}" destId="{71F9C7F0-F1E8-41DF-8C2C-BA85B2FAA6CC}" srcOrd="0" destOrd="0" presId="urn:microsoft.com/office/officeart/2008/layout/LinedList"/>
    <dgm:cxn modelId="{B6E2B937-03FC-42DD-83B7-A6AA79E584AC}" type="presOf" srcId="{F7B48C13-43C9-4705-A9ED-F5BD33FED6F9}" destId="{4AF03F19-A00B-46FF-BCD7-0C5ECDC2EA0A}" srcOrd="0" destOrd="0" presId="urn:microsoft.com/office/officeart/2008/layout/LinedList"/>
    <dgm:cxn modelId="{451A0F3C-0EB1-4877-A09A-E6B12DF22CFE}" srcId="{B2E0F219-8482-458C-8DE0-959DDEED3790}" destId="{69B86272-C3E9-4223-B63F-A9C7530FFBD4}" srcOrd="1" destOrd="0" parTransId="{9C7C3DBF-0D7E-46FE-BE31-493D7CA2ACE5}" sibTransId="{6B9B3C8E-01C1-43D3-8722-5ABE1A3ED53F}"/>
    <dgm:cxn modelId="{18714D4E-7DE2-416E-94D3-79FEBE3FBF75}" srcId="{B2E0F219-8482-458C-8DE0-959DDEED3790}" destId="{166C904B-BF6B-4190-A6DD-75ABD36CCB99}" srcOrd="4" destOrd="0" parTransId="{CC89D799-A7A2-4F97-9EAF-CA4734AFC1F1}" sibTransId="{AA8B8E4C-99AB-45A0-993E-5CDC66C17F2C}"/>
    <dgm:cxn modelId="{23DEB971-68B9-4B64-9993-9F82D15890F3}" srcId="{B2E0F219-8482-458C-8DE0-959DDEED3790}" destId="{C87D8DE2-93D2-45E7-B3FC-7F36DC0A7065}" srcOrd="0" destOrd="0" parTransId="{ABDFA8BE-6AB7-468E-9B67-23FD9A80881A}" sibTransId="{876F2042-B8BB-4880-95CE-4FE1D68164FB}"/>
    <dgm:cxn modelId="{B577C278-3EF9-4500-9AAB-41D1382996D3}" srcId="{B2E0F219-8482-458C-8DE0-959DDEED3790}" destId="{F7B48C13-43C9-4705-A9ED-F5BD33FED6F9}" srcOrd="3" destOrd="0" parTransId="{CE29E8C7-FDB1-4420-A7BC-FA160713E372}" sibTransId="{374590AF-EEE8-4C94-97AF-798186FB1FBA}"/>
    <dgm:cxn modelId="{0640BF98-69EA-4F13-A6E4-A7637FF82BF6}" srcId="{B2E0F219-8482-458C-8DE0-959DDEED3790}" destId="{C0655E64-EEB5-458F-B006-4FCFA88BDC5E}" srcOrd="2" destOrd="0" parTransId="{C09A0716-AB78-4311-8D52-753AC2BCA71A}" sibTransId="{439C84AA-AF2D-4E70-B53F-B45374C1B484}"/>
    <dgm:cxn modelId="{DC501CA2-0204-463B-840D-3EB5FB77A421}" type="presOf" srcId="{BB88C997-71B1-4A2D-A8FC-30166AA3CDA4}" destId="{E0AD2AC9-C304-454A-BAE8-162A0477A021}" srcOrd="0" destOrd="0" presId="urn:microsoft.com/office/officeart/2008/layout/LinedList"/>
    <dgm:cxn modelId="{691D64AE-7DA7-4CE6-9478-E2808D153842}" srcId="{B2E0F219-8482-458C-8DE0-959DDEED3790}" destId="{CB66BA88-1838-4247-87DF-C3461F7C875A}" srcOrd="6" destOrd="0" parTransId="{112A9090-D015-46E7-906D-F0FD85515CCE}" sibTransId="{3C918F8A-41B8-4609-A993-8CC7E83CAC8B}"/>
    <dgm:cxn modelId="{C41286BA-222B-4ED2-AB0D-D0E55C31DFDB}" type="presOf" srcId="{C87D8DE2-93D2-45E7-B3FC-7F36DC0A7065}" destId="{0514BC0F-A025-41EE-86CA-A21E71E3D0A7}" srcOrd="0" destOrd="0" presId="urn:microsoft.com/office/officeart/2008/layout/LinedList"/>
    <dgm:cxn modelId="{FDE98AC1-DB33-4B56-9CA5-3C2038B63F3E}" srcId="{B2E0F219-8482-458C-8DE0-959DDEED3790}" destId="{FAE55BB7-B537-4410-BB3F-CE4B6BBF7333}" srcOrd="7" destOrd="0" parTransId="{D52382F5-6DBD-4854-9951-0720C1BF063C}" sibTransId="{F2E3EFC3-9B8E-4E64-960A-9A1A8109AEBE}"/>
    <dgm:cxn modelId="{F9D978D2-3386-47B1-BC17-E375ECBCDD8A}" srcId="{B2E0F219-8482-458C-8DE0-959DDEED3790}" destId="{BB88C997-71B1-4A2D-A8FC-30166AA3CDA4}" srcOrd="5" destOrd="0" parTransId="{C6B0C7DD-3127-4C07-9527-B3F8C02E82AD}" sibTransId="{9B2ADC12-1591-4A84-A9FF-BD8DD267C9C0}"/>
    <dgm:cxn modelId="{0CC610D4-BAB9-4626-BABF-3A24F2A9B9BD}" type="presOf" srcId="{166C904B-BF6B-4190-A6DD-75ABD36CCB99}" destId="{73BB3E04-09A0-448B-AB48-1A0B500FCD02}" srcOrd="0" destOrd="0" presId="urn:microsoft.com/office/officeart/2008/layout/LinedList"/>
    <dgm:cxn modelId="{80A144D8-74F9-44B5-86BA-6489A341B5F2}" type="presOf" srcId="{C0655E64-EEB5-458F-B006-4FCFA88BDC5E}" destId="{43A62C2A-08B6-4D6B-926E-B597C26F1278}" srcOrd="0" destOrd="0" presId="urn:microsoft.com/office/officeart/2008/layout/LinedList"/>
    <dgm:cxn modelId="{865546D8-20A4-4ACF-A8DE-3C8EC2AC4D30}" type="presOf" srcId="{FAE55BB7-B537-4410-BB3F-CE4B6BBF7333}" destId="{8708B404-9C2A-4155-BBC9-A55C99483D7F}" srcOrd="0" destOrd="0" presId="urn:microsoft.com/office/officeart/2008/layout/LinedList"/>
    <dgm:cxn modelId="{6219D4FB-66E7-4989-96C5-33BD14B95B2A}" type="presOf" srcId="{CB66BA88-1838-4247-87DF-C3461F7C875A}" destId="{76D621D2-4AF9-40E9-8D58-D51FF5CA1D73}" srcOrd="0" destOrd="0" presId="urn:microsoft.com/office/officeart/2008/layout/LinedList"/>
    <dgm:cxn modelId="{23C8175B-8747-47C7-B0C7-68F991809028}" type="presParOf" srcId="{71F9C7F0-F1E8-41DF-8C2C-BA85B2FAA6CC}" destId="{4F561CEF-FCD8-4F6D-B51C-628C69390F44}" srcOrd="0" destOrd="0" presId="urn:microsoft.com/office/officeart/2008/layout/LinedList"/>
    <dgm:cxn modelId="{7EDE2C71-DB24-4FA8-8B9E-03E98305898E}" type="presParOf" srcId="{71F9C7F0-F1E8-41DF-8C2C-BA85B2FAA6CC}" destId="{7A553C06-29A1-4012-88B9-EF385566536E}" srcOrd="1" destOrd="0" presId="urn:microsoft.com/office/officeart/2008/layout/LinedList"/>
    <dgm:cxn modelId="{B9E0370C-D674-4829-8A5F-0D54579B7DED}" type="presParOf" srcId="{7A553C06-29A1-4012-88B9-EF385566536E}" destId="{0514BC0F-A025-41EE-86CA-A21E71E3D0A7}" srcOrd="0" destOrd="0" presId="urn:microsoft.com/office/officeart/2008/layout/LinedList"/>
    <dgm:cxn modelId="{94C0BA59-62F9-476B-A1CC-5652C1BD9CE7}" type="presParOf" srcId="{7A553C06-29A1-4012-88B9-EF385566536E}" destId="{2610799A-0DCE-4A1A-88BD-485E6B0A449A}" srcOrd="1" destOrd="0" presId="urn:microsoft.com/office/officeart/2008/layout/LinedList"/>
    <dgm:cxn modelId="{E43B9A09-BB9B-4F6D-A484-1307403D8A67}" type="presParOf" srcId="{71F9C7F0-F1E8-41DF-8C2C-BA85B2FAA6CC}" destId="{FA5A7632-DA7F-48AD-9FC8-99312C9FC5BE}" srcOrd="2" destOrd="0" presId="urn:microsoft.com/office/officeart/2008/layout/LinedList"/>
    <dgm:cxn modelId="{DA1DEC50-C12F-4592-AB5B-4251156BBAEE}" type="presParOf" srcId="{71F9C7F0-F1E8-41DF-8C2C-BA85B2FAA6CC}" destId="{6F5FC0DD-F919-46AB-AB3A-46C0B586CEFC}" srcOrd="3" destOrd="0" presId="urn:microsoft.com/office/officeart/2008/layout/LinedList"/>
    <dgm:cxn modelId="{14C18B50-45CF-4C73-970C-79F2848F0597}" type="presParOf" srcId="{6F5FC0DD-F919-46AB-AB3A-46C0B586CEFC}" destId="{CCDB5C10-AC6D-4C75-A018-62DE1276CE5E}" srcOrd="0" destOrd="0" presId="urn:microsoft.com/office/officeart/2008/layout/LinedList"/>
    <dgm:cxn modelId="{9B23FE66-6A62-4D2D-9DA0-81DD474C03FD}" type="presParOf" srcId="{6F5FC0DD-F919-46AB-AB3A-46C0B586CEFC}" destId="{10088312-729A-4B4B-BDA8-722C06011992}" srcOrd="1" destOrd="0" presId="urn:microsoft.com/office/officeart/2008/layout/LinedList"/>
    <dgm:cxn modelId="{B8EC61DD-D41A-43DE-A0BC-7867AAF8D547}" type="presParOf" srcId="{71F9C7F0-F1E8-41DF-8C2C-BA85B2FAA6CC}" destId="{EA5D5B95-873F-49FE-994B-C201EFB4F382}" srcOrd="4" destOrd="0" presId="urn:microsoft.com/office/officeart/2008/layout/LinedList"/>
    <dgm:cxn modelId="{062CDC58-95D4-4C1F-8756-AD7B5145B4EB}" type="presParOf" srcId="{71F9C7F0-F1E8-41DF-8C2C-BA85B2FAA6CC}" destId="{AFDEEBC8-7393-4D26-938F-7D0A74CF6E23}" srcOrd="5" destOrd="0" presId="urn:microsoft.com/office/officeart/2008/layout/LinedList"/>
    <dgm:cxn modelId="{F962904E-D05A-419E-83D8-9A672445D664}" type="presParOf" srcId="{AFDEEBC8-7393-4D26-938F-7D0A74CF6E23}" destId="{43A62C2A-08B6-4D6B-926E-B597C26F1278}" srcOrd="0" destOrd="0" presId="urn:microsoft.com/office/officeart/2008/layout/LinedList"/>
    <dgm:cxn modelId="{0D068F04-77BA-46E5-B118-EF7EA32D174A}" type="presParOf" srcId="{AFDEEBC8-7393-4D26-938F-7D0A74CF6E23}" destId="{B4CC7C35-58F4-4764-BFE1-7EBE49C36726}" srcOrd="1" destOrd="0" presId="urn:microsoft.com/office/officeart/2008/layout/LinedList"/>
    <dgm:cxn modelId="{305C0760-3DCA-4F39-BBF4-259A851E533F}" type="presParOf" srcId="{71F9C7F0-F1E8-41DF-8C2C-BA85B2FAA6CC}" destId="{4197BE4C-4DFE-4F09-90FF-5FDBB3F5363A}" srcOrd="6" destOrd="0" presId="urn:microsoft.com/office/officeart/2008/layout/LinedList"/>
    <dgm:cxn modelId="{D41EF9B9-D9FE-4D72-B572-C20BE71C1F36}" type="presParOf" srcId="{71F9C7F0-F1E8-41DF-8C2C-BA85B2FAA6CC}" destId="{9EA4978A-AE3E-40C2-8E07-EC126F34E25B}" srcOrd="7" destOrd="0" presId="urn:microsoft.com/office/officeart/2008/layout/LinedList"/>
    <dgm:cxn modelId="{62465B67-72CD-4B6C-8826-D1E99F2EF121}" type="presParOf" srcId="{9EA4978A-AE3E-40C2-8E07-EC126F34E25B}" destId="{4AF03F19-A00B-46FF-BCD7-0C5ECDC2EA0A}" srcOrd="0" destOrd="0" presId="urn:microsoft.com/office/officeart/2008/layout/LinedList"/>
    <dgm:cxn modelId="{A20AD5C9-B2F6-4F95-BDDB-A88F4D02DDF8}" type="presParOf" srcId="{9EA4978A-AE3E-40C2-8E07-EC126F34E25B}" destId="{E5CF780F-86A9-4CCE-A2D6-39C8254E29EF}" srcOrd="1" destOrd="0" presId="urn:microsoft.com/office/officeart/2008/layout/LinedList"/>
    <dgm:cxn modelId="{4A846855-9F0D-4BE2-AE5D-1DF78A38CB88}" type="presParOf" srcId="{71F9C7F0-F1E8-41DF-8C2C-BA85B2FAA6CC}" destId="{9DE47FE3-FC45-4686-A319-99A1197EC6CE}" srcOrd="8" destOrd="0" presId="urn:microsoft.com/office/officeart/2008/layout/LinedList"/>
    <dgm:cxn modelId="{F4B37027-C822-4E4E-B435-F3EB02C36083}" type="presParOf" srcId="{71F9C7F0-F1E8-41DF-8C2C-BA85B2FAA6CC}" destId="{640F5455-C22B-454B-979B-9690FD208475}" srcOrd="9" destOrd="0" presId="urn:microsoft.com/office/officeart/2008/layout/LinedList"/>
    <dgm:cxn modelId="{331C1BE8-0EB0-4FF4-9669-7B5D78DEBE27}" type="presParOf" srcId="{640F5455-C22B-454B-979B-9690FD208475}" destId="{73BB3E04-09A0-448B-AB48-1A0B500FCD02}" srcOrd="0" destOrd="0" presId="urn:microsoft.com/office/officeart/2008/layout/LinedList"/>
    <dgm:cxn modelId="{2782A879-6B20-4186-A520-0EBB35E29DD3}" type="presParOf" srcId="{640F5455-C22B-454B-979B-9690FD208475}" destId="{5231B4F0-1883-4EAF-A5DE-C51FDBB78043}" srcOrd="1" destOrd="0" presId="urn:microsoft.com/office/officeart/2008/layout/LinedList"/>
    <dgm:cxn modelId="{2976B787-A1E2-4A74-90FB-803776C7491B}" type="presParOf" srcId="{71F9C7F0-F1E8-41DF-8C2C-BA85B2FAA6CC}" destId="{B60C380E-98E1-40A9-BA69-FDA9B94755AA}" srcOrd="10" destOrd="0" presId="urn:microsoft.com/office/officeart/2008/layout/LinedList"/>
    <dgm:cxn modelId="{E3E3B9CC-F41B-4C5A-BC52-C50EFC134D21}" type="presParOf" srcId="{71F9C7F0-F1E8-41DF-8C2C-BA85B2FAA6CC}" destId="{739E8832-7597-40A0-B0C5-62E5614CB3EF}" srcOrd="11" destOrd="0" presId="urn:microsoft.com/office/officeart/2008/layout/LinedList"/>
    <dgm:cxn modelId="{CBC5228D-EFDE-4FA8-B2AE-E25C69467DC0}" type="presParOf" srcId="{739E8832-7597-40A0-B0C5-62E5614CB3EF}" destId="{E0AD2AC9-C304-454A-BAE8-162A0477A021}" srcOrd="0" destOrd="0" presId="urn:microsoft.com/office/officeart/2008/layout/LinedList"/>
    <dgm:cxn modelId="{1A7AB990-CF07-4A63-9A48-8AA0C6A0D8EF}" type="presParOf" srcId="{739E8832-7597-40A0-B0C5-62E5614CB3EF}" destId="{6F3965C7-C546-4FF7-89F8-A42BDE96E541}" srcOrd="1" destOrd="0" presId="urn:microsoft.com/office/officeart/2008/layout/LinedList"/>
    <dgm:cxn modelId="{542BAC50-61A0-4E02-B746-45D7EFF6A42B}" type="presParOf" srcId="{71F9C7F0-F1E8-41DF-8C2C-BA85B2FAA6CC}" destId="{1EA064D7-F5CB-47D7-B631-C2FFD3B7D802}" srcOrd="12" destOrd="0" presId="urn:microsoft.com/office/officeart/2008/layout/LinedList"/>
    <dgm:cxn modelId="{25FED2B4-C47D-41AF-A217-1D087B2A4C68}" type="presParOf" srcId="{71F9C7F0-F1E8-41DF-8C2C-BA85B2FAA6CC}" destId="{FE1F9C02-30FC-4396-A899-64C4280E3DD2}" srcOrd="13" destOrd="0" presId="urn:microsoft.com/office/officeart/2008/layout/LinedList"/>
    <dgm:cxn modelId="{4B4D880E-8EF4-4F8E-AD0E-60333E682633}" type="presParOf" srcId="{FE1F9C02-30FC-4396-A899-64C4280E3DD2}" destId="{76D621D2-4AF9-40E9-8D58-D51FF5CA1D73}" srcOrd="0" destOrd="0" presId="urn:microsoft.com/office/officeart/2008/layout/LinedList"/>
    <dgm:cxn modelId="{968ED3FE-1669-40CF-82AC-D6099E647418}" type="presParOf" srcId="{FE1F9C02-30FC-4396-A899-64C4280E3DD2}" destId="{3CBF88B3-4158-4EED-95DE-A58D4A6AF146}" srcOrd="1" destOrd="0" presId="urn:microsoft.com/office/officeart/2008/layout/LinedList"/>
    <dgm:cxn modelId="{09B7EF79-9F41-416E-B5A4-47E98AB17FB8}" type="presParOf" srcId="{71F9C7F0-F1E8-41DF-8C2C-BA85B2FAA6CC}" destId="{8D80D007-CD3E-4ABF-A14F-99E4756CFB78}" srcOrd="14" destOrd="0" presId="urn:microsoft.com/office/officeart/2008/layout/LinedList"/>
    <dgm:cxn modelId="{F9189CFB-E011-453C-A913-6EE0573073F8}" type="presParOf" srcId="{71F9C7F0-F1E8-41DF-8C2C-BA85B2FAA6CC}" destId="{2F05E384-3647-4BC6-A45A-CFCDF28E02AD}" srcOrd="15" destOrd="0" presId="urn:microsoft.com/office/officeart/2008/layout/LinedList"/>
    <dgm:cxn modelId="{DF640CD9-0045-4170-B72C-86888A628B1D}" type="presParOf" srcId="{2F05E384-3647-4BC6-A45A-CFCDF28E02AD}" destId="{8708B404-9C2A-4155-BBC9-A55C99483D7F}" srcOrd="0" destOrd="0" presId="urn:microsoft.com/office/officeart/2008/layout/LinedList"/>
    <dgm:cxn modelId="{B826BB30-77B8-4B6F-A181-4DC86777276B}" type="presParOf" srcId="{2F05E384-3647-4BC6-A45A-CFCDF28E02AD}" destId="{809860E9-0097-4A24-AA19-FD04F733A5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EF5A636-D2AD-4380-939C-A00FB44C6FD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9EBC4D-D8F4-49F8-8154-F9BA6F097118}">
      <dgm:prSet/>
      <dgm:spPr/>
      <dgm:t>
        <a:bodyPr/>
        <a:lstStyle/>
        <a:p>
          <a:r>
            <a:rPr lang="pl-PL"/>
            <a:t>tkinter</a:t>
          </a:r>
          <a:endParaRPr lang="en-US"/>
        </a:p>
      </dgm:t>
    </dgm:pt>
    <dgm:pt modelId="{80E91C8C-B4AD-4664-A74E-DC22FA53CB0F}" type="parTrans" cxnId="{0217C118-2B6F-48CD-817A-EE1BA96CFCE3}">
      <dgm:prSet/>
      <dgm:spPr/>
      <dgm:t>
        <a:bodyPr/>
        <a:lstStyle/>
        <a:p>
          <a:endParaRPr lang="en-US"/>
        </a:p>
      </dgm:t>
    </dgm:pt>
    <dgm:pt modelId="{03A7EED1-5625-46C2-A99B-8A3447F8AD1A}" type="sibTrans" cxnId="{0217C118-2B6F-48CD-817A-EE1BA96CFCE3}">
      <dgm:prSet/>
      <dgm:spPr/>
      <dgm:t>
        <a:bodyPr/>
        <a:lstStyle/>
        <a:p>
          <a:endParaRPr lang="en-US"/>
        </a:p>
      </dgm:t>
    </dgm:pt>
    <dgm:pt modelId="{7DD8246E-E25C-4EF0-9DEC-83F9CA74C6DC}">
      <dgm:prSet/>
      <dgm:spPr/>
      <dgm:t>
        <a:bodyPr/>
        <a:lstStyle/>
        <a:p>
          <a:r>
            <a:rPr lang="pl-PL"/>
            <a:t>ttkthemes</a:t>
          </a:r>
          <a:endParaRPr lang="en-US"/>
        </a:p>
      </dgm:t>
    </dgm:pt>
    <dgm:pt modelId="{32C1BFC1-89E4-49D1-BE76-40730CE01C0A}" type="parTrans" cxnId="{9F30C946-CE8D-4DAF-BD4B-2ECCDFEBA8A4}">
      <dgm:prSet/>
      <dgm:spPr/>
      <dgm:t>
        <a:bodyPr/>
        <a:lstStyle/>
        <a:p>
          <a:endParaRPr lang="en-US"/>
        </a:p>
      </dgm:t>
    </dgm:pt>
    <dgm:pt modelId="{42399221-BB12-475C-A2E6-7579DBD6AB92}" type="sibTrans" cxnId="{9F30C946-CE8D-4DAF-BD4B-2ECCDFEBA8A4}">
      <dgm:prSet/>
      <dgm:spPr/>
      <dgm:t>
        <a:bodyPr/>
        <a:lstStyle/>
        <a:p>
          <a:endParaRPr lang="en-US"/>
        </a:p>
      </dgm:t>
    </dgm:pt>
    <dgm:pt modelId="{D805617B-80A6-4037-92E2-01A9300C023C}">
      <dgm:prSet/>
      <dgm:spPr/>
      <dgm:t>
        <a:bodyPr/>
        <a:lstStyle/>
        <a:p>
          <a:r>
            <a:rPr lang="pl-PL"/>
            <a:t>os</a:t>
          </a:r>
          <a:endParaRPr lang="en-US"/>
        </a:p>
      </dgm:t>
    </dgm:pt>
    <dgm:pt modelId="{7CD7FE1E-2339-43E3-A29F-CCA6895114BF}" type="parTrans" cxnId="{1B545513-2238-4D9C-A032-17D675A2A08C}">
      <dgm:prSet/>
      <dgm:spPr/>
      <dgm:t>
        <a:bodyPr/>
        <a:lstStyle/>
        <a:p>
          <a:endParaRPr lang="en-US"/>
        </a:p>
      </dgm:t>
    </dgm:pt>
    <dgm:pt modelId="{4637D378-CFF9-4578-8AE6-7FBF3C0D04D0}" type="sibTrans" cxnId="{1B545513-2238-4D9C-A032-17D675A2A08C}">
      <dgm:prSet/>
      <dgm:spPr/>
      <dgm:t>
        <a:bodyPr/>
        <a:lstStyle/>
        <a:p>
          <a:endParaRPr lang="en-US"/>
        </a:p>
      </dgm:t>
    </dgm:pt>
    <dgm:pt modelId="{8CC9BF67-23FC-42AD-93F5-E410D3E9F968}">
      <dgm:prSet/>
      <dgm:spPr/>
      <dgm:t>
        <a:bodyPr/>
        <a:lstStyle/>
        <a:p>
          <a:r>
            <a:rPr lang="pl-PL"/>
            <a:t>random</a:t>
          </a:r>
          <a:endParaRPr lang="en-US"/>
        </a:p>
      </dgm:t>
    </dgm:pt>
    <dgm:pt modelId="{05C5B029-520E-4D95-B930-3F77A03CE6FF}" type="parTrans" cxnId="{E3864ACE-3256-4235-84B4-6456B89895D0}">
      <dgm:prSet/>
      <dgm:spPr/>
      <dgm:t>
        <a:bodyPr/>
        <a:lstStyle/>
        <a:p>
          <a:endParaRPr lang="en-US"/>
        </a:p>
      </dgm:t>
    </dgm:pt>
    <dgm:pt modelId="{C3469FEA-CD05-484B-9FAC-0C8732C192BC}" type="sibTrans" cxnId="{E3864ACE-3256-4235-84B4-6456B89895D0}">
      <dgm:prSet/>
      <dgm:spPr/>
      <dgm:t>
        <a:bodyPr/>
        <a:lstStyle/>
        <a:p>
          <a:endParaRPr lang="en-US"/>
        </a:p>
      </dgm:t>
    </dgm:pt>
    <dgm:pt modelId="{B0266D81-CE0A-4714-9F36-3E93B485B623}">
      <dgm:prSet/>
      <dgm:spPr/>
      <dgm:t>
        <a:bodyPr/>
        <a:lstStyle/>
        <a:p>
          <a:r>
            <a:rPr lang="pl-PL"/>
            <a:t>datetime</a:t>
          </a:r>
          <a:endParaRPr lang="en-US"/>
        </a:p>
      </dgm:t>
    </dgm:pt>
    <dgm:pt modelId="{415FBB33-9453-4B31-AF15-956674EB6E0F}" type="parTrans" cxnId="{AE39AA3C-B1D7-4604-A719-6471DA9D4D44}">
      <dgm:prSet/>
      <dgm:spPr/>
      <dgm:t>
        <a:bodyPr/>
        <a:lstStyle/>
        <a:p>
          <a:endParaRPr lang="en-US"/>
        </a:p>
      </dgm:t>
    </dgm:pt>
    <dgm:pt modelId="{5C41BFA0-0299-4FD7-A7FE-F7F859C19317}" type="sibTrans" cxnId="{AE39AA3C-B1D7-4604-A719-6471DA9D4D44}">
      <dgm:prSet/>
      <dgm:spPr/>
      <dgm:t>
        <a:bodyPr/>
        <a:lstStyle/>
        <a:p>
          <a:endParaRPr lang="en-US"/>
        </a:p>
      </dgm:t>
    </dgm:pt>
    <dgm:pt modelId="{8E3A1CD4-C824-4478-B67D-A4E469946DB5}">
      <dgm:prSet/>
      <dgm:spPr/>
      <dgm:t>
        <a:bodyPr/>
        <a:lstStyle/>
        <a:p>
          <a:r>
            <a:rPr lang="pl-PL"/>
            <a:t>shutil</a:t>
          </a:r>
          <a:endParaRPr lang="en-US"/>
        </a:p>
      </dgm:t>
    </dgm:pt>
    <dgm:pt modelId="{D1A1AA38-6E08-4ECF-B250-75EB20D2B154}" type="parTrans" cxnId="{0A980F45-3507-4D1A-8AB9-77AE52ED69E9}">
      <dgm:prSet/>
      <dgm:spPr/>
      <dgm:t>
        <a:bodyPr/>
        <a:lstStyle/>
        <a:p>
          <a:endParaRPr lang="en-US"/>
        </a:p>
      </dgm:t>
    </dgm:pt>
    <dgm:pt modelId="{EF264DA2-143F-4DD1-ABDB-155D7BA60EF3}" type="sibTrans" cxnId="{0A980F45-3507-4D1A-8AB9-77AE52ED69E9}">
      <dgm:prSet/>
      <dgm:spPr/>
      <dgm:t>
        <a:bodyPr/>
        <a:lstStyle/>
        <a:p>
          <a:endParaRPr lang="en-US"/>
        </a:p>
      </dgm:t>
    </dgm:pt>
    <dgm:pt modelId="{5B76ECFB-D7C5-49FF-81BD-1A63422E6CA7}">
      <dgm:prSet/>
      <dgm:spPr/>
      <dgm:t>
        <a:bodyPr/>
        <a:lstStyle/>
        <a:p>
          <a:r>
            <a:rPr lang="pl-PL"/>
            <a:t>PIL</a:t>
          </a:r>
          <a:endParaRPr lang="en-US"/>
        </a:p>
      </dgm:t>
    </dgm:pt>
    <dgm:pt modelId="{38CE2B22-326C-493D-BF94-756888F1F7A9}" type="parTrans" cxnId="{CD967BD6-8B27-428B-BBD9-8C13FF1CBD95}">
      <dgm:prSet/>
      <dgm:spPr/>
      <dgm:t>
        <a:bodyPr/>
        <a:lstStyle/>
        <a:p>
          <a:endParaRPr lang="en-US"/>
        </a:p>
      </dgm:t>
    </dgm:pt>
    <dgm:pt modelId="{03A80228-9B46-48AF-8EB3-2D01C413BF89}" type="sibTrans" cxnId="{CD967BD6-8B27-428B-BBD9-8C13FF1CBD95}">
      <dgm:prSet/>
      <dgm:spPr/>
      <dgm:t>
        <a:bodyPr/>
        <a:lstStyle/>
        <a:p>
          <a:endParaRPr lang="en-US"/>
        </a:p>
      </dgm:t>
    </dgm:pt>
    <dgm:pt modelId="{26ADE343-7D97-41A2-A077-35350806A582}">
      <dgm:prSet/>
      <dgm:spPr/>
      <dgm:t>
        <a:bodyPr/>
        <a:lstStyle/>
        <a:p>
          <a:r>
            <a:rPr lang="pl-PL"/>
            <a:t>subprocess</a:t>
          </a:r>
          <a:endParaRPr lang="en-US"/>
        </a:p>
      </dgm:t>
    </dgm:pt>
    <dgm:pt modelId="{163334AD-6F6E-4F7A-8675-C2C7C6E280A5}" type="parTrans" cxnId="{0E7E3818-3986-40EE-86A1-7EFB090D30D9}">
      <dgm:prSet/>
      <dgm:spPr/>
      <dgm:t>
        <a:bodyPr/>
        <a:lstStyle/>
        <a:p>
          <a:endParaRPr lang="en-US"/>
        </a:p>
      </dgm:t>
    </dgm:pt>
    <dgm:pt modelId="{FFE41BF8-88C4-4E45-957D-155359991B0D}" type="sibTrans" cxnId="{0E7E3818-3986-40EE-86A1-7EFB090D30D9}">
      <dgm:prSet/>
      <dgm:spPr/>
      <dgm:t>
        <a:bodyPr/>
        <a:lstStyle/>
        <a:p>
          <a:endParaRPr lang="en-US"/>
        </a:p>
      </dgm:t>
    </dgm:pt>
    <dgm:pt modelId="{A8842CF3-B6AB-4BAD-B70B-CB1177B79D25}">
      <dgm:prSet/>
      <dgm:spPr/>
      <dgm:t>
        <a:bodyPr/>
        <a:lstStyle/>
        <a:p>
          <a:r>
            <a:rPr lang="pl-PL"/>
            <a:t>sys</a:t>
          </a:r>
          <a:endParaRPr lang="en-US"/>
        </a:p>
      </dgm:t>
    </dgm:pt>
    <dgm:pt modelId="{24A4762E-2E60-4C5B-A746-13E94AA50139}" type="parTrans" cxnId="{31D42AFD-8AE2-4DB7-8E12-B59023164223}">
      <dgm:prSet/>
      <dgm:spPr/>
      <dgm:t>
        <a:bodyPr/>
        <a:lstStyle/>
        <a:p>
          <a:endParaRPr lang="en-US"/>
        </a:p>
      </dgm:t>
    </dgm:pt>
    <dgm:pt modelId="{66D3999A-1B20-426A-A516-9F66B7C270D1}" type="sibTrans" cxnId="{31D42AFD-8AE2-4DB7-8E12-B59023164223}">
      <dgm:prSet/>
      <dgm:spPr/>
      <dgm:t>
        <a:bodyPr/>
        <a:lstStyle/>
        <a:p>
          <a:endParaRPr lang="en-US"/>
        </a:p>
      </dgm:t>
    </dgm:pt>
    <dgm:pt modelId="{BBBAF860-CBF6-463E-BBD2-E4C703C6F4D3}">
      <dgm:prSet/>
      <dgm:spPr/>
      <dgm:t>
        <a:bodyPr/>
        <a:lstStyle/>
        <a:p>
          <a:r>
            <a:rPr lang="pl-PL"/>
            <a:t>win10toast_click</a:t>
          </a:r>
          <a:endParaRPr lang="en-US"/>
        </a:p>
      </dgm:t>
    </dgm:pt>
    <dgm:pt modelId="{04C89FEE-3D4D-49ED-944E-4785B3723A1F}" type="parTrans" cxnId="{D1CE347C-4B87-4C40-BB96-16D619DB7FDB}">
      <dgm:prSet/>
      <dgm:spPr/>
      <dgm:t>
        <a:bodyPr/>
        <a:lstStyle/>
        <a:p>
          <a:endParaRPr lang="en-US"/>
        </a:p>
      </dgm:t>
    </dgm:pt>
    <dgm:pt modelId="{B9A4CFF6-7DD3-4F1B-B0B3-81467648115E}" type="sibTrans" cxnId="{D1CE347C-4B87-4C40-BB96-16D619DB7FDB}">
      <dgm:prSet/>
      <dgm:spPr/>
      <dgm:t>
        <a:bodyPr/>
        <a:lstStyle/>
        <a:p>
          <a:endParaRPr lang="en-US"/>
        </a:p>
      </dgm:t>
    </dgm:pt>
    <dgm:pt modelId="{EC9EA25E-6D6E-4141-8D7A-4CA63809A1F8}" type="pres">
      <dgm:prSet presAssocID="{7EF5A636-D2AD-4380-939C-A00FB44C6FDE}" presName="vert0" presStyleCnt="0">
        <dgm:presLayoutVars>
          <dgm:dir/>
          <dgm:animOne val="branch"/>
          <dgm:animLvl val="lvl"/>
        </dgm:presLayoutVars>
      </dgm:prSet>
      <dgm:spPr/>
    </dgm:pt>
    <dgm:pt modelId="{F4C3E93A-BE5E-40B6-9C99-D9A67FF8A091}" type="pres">
      <dgm:prSet presAssocID="{249EBC4D-D8F4-49F8-8154-F9BA6F097118}" presName="thickLine" presStyleLbl="alignNode1" presStyleIdx="0" presStyleCnt="10"/>
      <dgm:spPr/>
    </dgm:pt>
    <dgm:pt modelId="{19C4E865-FD5E-431A-B4C9-8FEF4E3E76EB}" type="pres">
      <dgm:prSet presAssocID="{249EBC4D-D8F4-49F8-8154-F9BA6F097118}" presName="horz1" presStyleCnt="0"/>
      <dgm:spPr/>
    </dgm:pt>
    <dgm:pt modelId="{BA09920A-D182-42C8-B6BE-9D6018F28378}" type="pres">
      <dgm:prSet presAssocID="{249EBC4D-D8F4-49F8-8154-F9BA6F097118}" presName="tx1" presStyleLbl="revTx" presStyleIdx="0" presStyleCnt="10"/>
      <dgm:spPr/>
    </dgm:pt>
    <dgm:pt modelId="{67308F0F-BBE1-48AD-9F85-28C7F70CD6D8}" type="pres">
      <dgm:prSet presAssocID="{249EBC4D-D8F4-49F8-8154-F9BA6F097118}" presName="vert1" presStyleCnt="0"/>
      <dgm:spPr/>
    </dgm:pt>
    <dgm:pt modelId="{8D62AEDD-17FE-4C39-A6F6-3EBC94B37429}" type="pres">
      <dgm:prSet presAssocID="{7DD8246E-E25C-4EF0-9DEC-83F9CA74C6DC}" presName="thickLine" presStyleLbl="alignNode1" presStyleIdx="1" presStyleCnt="10"/>
      <dgm:spPr/>
    </dgm:pt>
    <dgm:pt modelId="{CFA93C83-C375-42AB-B469-EF55851E3004}" type="pres">
      <dgm:prSet presAssocID="{7DD8246E-E25C-4EF0-9DEC-83F9CA74C6DC}" presName="horz1" presStyleCnt="0"/>
      <dgm:spPr/>
    </dgm:pt>
    <dgm:pt modelId="{38AFF7B3-E31E-4F97-A752-43503481D9DE}" type="pres">
      <dgm:prSet presAssocID="{7DD8246E-E25C-4EF0-9DEC-83F9CA74C6DC}" presName="tx1" presStyleLbl="revTx" presStyleIdx="1" presStyleCnt="10"/>
      <dgm:spPr/>
    </dgm:pt>
    <dgm:pt modelId="{5BA21E73-6762-467F-99A5-7C177424F034}" type="pres">
      <dgm:prSet presAssocID="{7DD8246E-E25C-4EF0-9DEC-83F9CA74C6DC}" presName="vert1" presStyleCnt="0"/>
      <dgm:spPr/>
    </dgm:pt>
    <dgm:pt modelId="{A72DC21A-7768-42C0-871D-830B0EF40F11}" type="pres">
      <dgm:prSet presAssocID="{D805617B-80A6-4037-92E2-01A9300C023C}" presName="thickLine" presStyleLbl="alignNode1" presStyleIdx="2" presStyleCnt="10"/>
      <dgm:spPr/>
    </dgm:pt>
    <dgm:pt modelId="{8B4516C2-9321-485E-A54C-487136BC3548}" type="pres">
      <dgm:prSet presAssocID="{D805617B-80A6-4037-92E2-01A9300C023C}" presName="horz1" presStyleCnt="0"/>
      <dgm:spPr/>
    </dgm:pt>
    <dgm:pt modelId="{FCBBAA62-EE8B-42C6-ACFA-9F4463EB9844}" type="pres">
      <dgm:prSet presAssocID="{D805617B-80A6-4037-92E2-01A9300C023C}" presName="tx1" presStyleLbl="revTx" presStyleIdx="2" presStyleCnt="10"/>
      <dgm:spPr/>
    </dgm:pt>
    <dgm:pt modelId="{55846E2B-2D38-4ED7-B95B-0DB3B0759117}" type="pres">
      <dgm:prSet presAssocID="{D805617B-80A6-4037-92E2-01A9300C023C}" presName="vert1" presStyleCnt="0"/>
      <dgm:spPr/>
    </dgm:pt>
    <dgm:pt modelId="{BF86DD58-33C7-46BD-9560-1F5FB41A81E1}" type="pres">
      <dgm:prSet presAssocID="{8CC9BF67-23FC-42AD-93F5-E410D3E9F968}" presName="thickLine" presStyleLbl="alignNode1" presStyleIdx="3" presStyleCnt="10"/>
      <dgm:spPr/>
    </dgm:pt>
    <dgm:pt modelId="{6A7544B4-46E7-4AD4-9EB3-7CAA37FC2BCD}" type="pres">
      <dgm:prSet presAssocID="{8CC9BF67-23FC-42AD-93F5-E410D3E9F968}" presName="horz1" presStyleCnt="0"/>
      <dgm:spPr/>
    </dgm:pt>
    <dgm:pt modelId="{6BEABBA9-B36C-432B-AC63-F0CD96DFF025}" type="pres">
      <dgm:prSet presAssocID="{8CC9BF67-23FC-42AD-93F5-E410D3E9F968}" presName="tx1" presStyleLbl="revTx" presStyleIdx="3" presStyleCnt="10"/>
      <dgm:spPr/>
    </dgm:pt>
    <dgm:pt modelId="{5538BD69-5C57-49D3-B104-84BAC8054993}" type="pres">
      <dgm:prSet presAssocID="{8CC9BF67-23FC-42AD-93F5-E410D3E9F968}" presName="vert1" presStyleCnt="0"/>
      <dgm:spPr/>
    </dgm:pt>
    <dgm:pt modelId="{E91D209E-FD31-4766-BE90-54CB9A21EEDF}" type="pres">
      <dgm:prSet presAssocID="{B0266D81-CE0A-4714-9F36-3E93B485B623}" presName="thickLine" presStyleLbl="alignNode1" presStyleIdx="4" presStyleCnt="10"/>
      <dgm:spPr/>
    </dgm:pt>
    <dgm:pt modelId="{4D849D69-CA64-4820-BD18-E64AAD7AC469}" type="pres">
      <dgm:prSet presAssocID="{B0266D81-CE0A-4714-9F36-3E93B485B623}" presName="horz1" presStyleCnt="0"/>
      <dgm:spPr/>
    </dgm:pt>
    <dgm:pt modelId="{11C966A7-8586-4DCB-AF84-56A2D08FB487}" type="pres">
      <dgm:prSet presAssocID="{B0266D81-CE0A-4714-9F36-3E93B485B623}" presName="tx1" presStyleLbl="revTx" presStyleIdx="4" presStyleCnt="10"/>
      <dgm:spPr/>
    </dgm:pt>
    <dgm:pt modelId="{99EF39A0-9717-41C5-8CAA-EB936A7CC7C1}" type="pres">
      <dgm:prSet presAssocID="{B0266D81-CE0A-4714-9F36-3E93B485B623}" presName="vert1" presStyleCnt="0"/>
      <dgm:spPr/>
    </dgm:pt>
    <dgm:pt modelId="{A92C8388-6850-4FC6-A798-B6EC12A7FA03}" type="pres">
      <dgm:prSet presAssocID="{8E3A1CD4-C824-4478-B67D-A4E469946DB5}" presName="thickLine" presStyleLbl="alignNode1" presStyleIdx="5" presStyleCnt="10"/>
      <dgm:spPr/>
    </dgm:pt>
    <dgm:pt modelId="{90FFF4CD-6784-4028-B11F-283C3EB4B996}" type="pres">
      <dgm:prSet presAssocID="{8E3A1CD4-C824-4478-B67D-A4E469946DB5}" presName="horz1" presStyleCnt="0"/>
      <dgm:spPr/>
    </dgm:pt>
    <dgm:pt modelId="{0B208C57-C48D-402F-8BC9-7D1268C7E8B1}" type="pres">
      <dgm:prSet presAssocID="{8E3A1CD4-C824-4478-B67D-A4E469946DB5}" presName="tx1" presStyleLbl="revTx" presStyleIdx="5" presStyleCnt="10"/>
      <dgm:spPr/>
    </dgm:pt>
    <dgm:pt modelId="{128E773F-4823-43E9-ADA1-BB8EDA6E9865}" type="pres">
      <dgm:prSet presAssocID="{8E3A1CD4-C824-4478-B67D-A4E469946DB5}" presName="vert1" presStyleCnt="0"/>
      <dgm:spPr/>
    </dgm:pt>
    <dgm:pt modelId="{1793C82D-6A53-49BB-A222-FAAC3695E106}" type="pres">
      <dgm:prSet presAssocID="{5B76ECFB-D7C5-49FF-81BD-1A63422E6CA7}" presName="thickLine" presStyleLbl="alignNode1" presStyleIdx="6" presStyleCnt="10"/>
      <dgm:spPr/>
    </dgm:pt>
    <dgm:pt modelId="{14B1BBAD-BC93-4D5C-B5C9-14DE0DD427B6}" type="pres">
      <dgm:prSet presAssocID="{5B76ECFB-D7C5-49FF-81BD-1A63422E6CA7}" presName="horz1" presStyleCnt="0"/>
      <dgm:spPr/>
    </dgm:pt>
    <dgm:pt modelId="{2813BCE6-E544-4244-887D-0BFE36EE3B06}" type="pres">
      <dgm:prSet presAssocID="{5B76ECFB-D7C5-49FF-81BD-1A63422E6CA7}" presName="tx1" presStyleLbl="revTx" presStyleIdx="6" presStyleCnt="10"/>
      <dgm:spPr/>
    </dgm:pt>
    <dgm:pt modelId="{814A1069-3FD0-4C7A-A3D8-3E03542C4964}" type="pres">
      <dgm:prSet presAssocID="{5B76ECFB-D7C5-49FF-81BD-1A63422E6CA7}" presName="vert1" presStyleCnt="0"/>
      <dgm:spPr/>
    </dgm:pt>
    <dgm:pt modelId="{2131819F-F6A7-442B-9912-C5F50C4306C0}" type="pres">
      <dgm:prSet presAssocID="{26ADE343-7D97-41A2-A077-35350806A582}" presName="thickLine" presStyleLbl="alignNode1" presStyleIdx="7" presStyleCnt="10"/>
      <dgm:spPr/>
    </dgm:pt>
    <dgm:pt modelId="{70BB632D-4218-4E62-9729-89FB76067A99}" type="pres">
      <dgm:prSet presAssocID="{26ADE343-7D97-41A2-A077-35350806A582}" presName="horz1" presStyleCnt="0"/>
      <dgm:spPr/>
    </dgm:pt>
    <dgm:pt modelId="{0B7073DE-D851-4A0E-AB1C-3A83B81EF456}" type="pres">
      <dgm:prSet presAssocID="{26ADE343-7D97-41A2-A077-35350806A582}" presName="tx1" presStyleLbl="revTx" presStyleIdx="7" presStyleCnt="10"/>
      <dgm:spPr/>
    </dgm:pt>
    <dgm:pt modelId="{3E42CAAD-F425-4C09-BA24-4F8CFC81F81C}" type="pres">
      <dgm:prSet presAssocID="{26ADE343-7D97-41A2-A077-35350806A582}" presName="vert1" presStyleCnt="0"/>
      <dgm:spPr/>
    </dgm:pt>
    <dgm:pt modelId="{27072B2D-AC27-4EC8-B42E-E48DB0C7945F}" type="pres">
      <dgm:prSet presAssocID="{A8842CF3-B6AB-4BAD-B70B-CB1177B79D25}" presName="thickLine" presStyleLbl="alignNode1" presStyleIdx="8" presStyleCnt="10"/>
      <dgm:spPr/>
    </dgm:pt>
    <dgm:pt modelId="{31763928-3A2E-4745-91C5-AC3586102B15}" type="pres">
      <dgm:prSet presAssocID="{A8842CF3-B6AB-4BAD-B70B-CB1177B79D25}" presName="horz1" presStyleCnt="0"/>
      <dgm:spPr/>
    </dgm:pt>
    <dgm:pt modelId="{E4EBFCE8-FF42-492C-B4B6-54EA5ADE1082}" type="pres">
      <dgm:prSet presAssocID="{A8842CF3-B6AB-4BAD-B70B-CB1177B79D25}" presName="tx1" presStyleLbl="revTx" presStyleIdx="8" presStyleCnt="10"/>
      <dgm:spPr/>
    </dgm:pt>
    <dgm:pt modelId="{82FDE3F8-B3C4-4366-8E0E-F11F19753367}" type="pres">
      <dgm:prSet presAssocID="{A8842CF3-B6AB-4BAD-B70B-CB1177B79D25}" presName="vert1" presStyleCnt="0"/>
      <dgm:spPr/>
    </dgm:pt>
    <dgm:pt modelId="{413156B3-5EAD-42F8-BCFA-3FF8EB228869}" type="pres">
      <dgm:prSet presAssocID="{BBBAF860-CBF6-463E-BBD2-E4C703C6F4D3}" presName="thickLine" presStyleLbl="alignNode1" presStyleIdx="9" presStyleCnt="10"/>
      <dgm:spPr/>
    </dgm:pt>
    <dgm:pt modelId="{F953890D-DBE3-4C61-BF36-0225E6EDB851}" type="pres">
      <dgm:prSet presAssocID="{BBBAF860-CBF6-463E-BBD2-E4C703C6F4D3}" presName="horz1" presStyleCnt="0"/>
      <dgm:spPr/>
    </dgm:pt>
    <dgm:pt modelId="{5F0F3289-DDC1-488E-984E-A00C6E791BBF}" type="pres">
      <dgm:prSet presAssocID="{BBBAF860-CBF6-463E-BBD2-E4C703C6F4D3}" presName="tx1" presStyleLbl="revTx" presStyleIdx="9" presStyleCnt="10"/>
      <dgm:spPr/>
    </dgm:pt>
    <dgm:pt modelId="{87BBAB85-E85A-4105-90C0-9401383BFB5E}" type="pres">
      <dgm:prSet presAssocID="{BBBAF860-CBF6-463E-BBD2-E4C703C6F4D3}" presName="vert1" presStyleCnt="0"/>
      <dgm:spPr/>
    </dgm:pt>
  </dgm:ptLst>
  <dgm:cxnLst>
    <dgm:cxn modelId="{7D18AF12-A153-40A9-900E-0F9C7DAEB808}" type="presOf" srcId="{B0266D81-CE0A-4714-9F36-3E93B485B623}" destId="{11C966A7-8586-4DCB-AF84-56A2D08FB487}" srcOrd="0" destOrd="0" presId="urn:microsoft.com/office/officeart/2008/layout/LinedList"/>
    <dgm:cxn modelId="{1B545513-2238-4D9C-A032-17D675A2A08C}" srcId="{7EF5A636-D2AD-4380-939C-A00FB44C6FDE}" destId="{D805617B-80A6-4037-92E2-01A9300C023C}" srcOrd="2" destOrd="0" parTransId="{7CD7FE1E-2339-43E3-A29F-CCA6895114BF}" sibTransId="{4637D378-CFF9-4578-8AE6-7FBF3C0D04D0}"/>
    <dgm:cxn modelId="{0E7E3818-3986-40EE-86A1-7EFB090D30D9}" srcId="{7EF5A636-D2AD-4380-939C-A00FB44C6FDE}" destId="{26ADE343-7D97-41A2-A077-35350806A582}" srcOrd="7" destOrd="0" parTransId="{163334AD-6F6E-4F7A-8675-C2C7C6E280A5}" sibTransId="{FFE41BF8-88C4-4E45-957D-155359991B0D}"/>
    <dgm:cxn modelId="{0217C118-2B6F-48CD-817A-EE1BA96CFCE3}" srcId="{7EF5A636-D2AD-4380-939C-A00FB44C6FDE}" destId="{249EBC4D-D8F4-49F8-8154-F9BA6F097118}" srcOrd="0" destOrd="0" parTransId="{80E91C8C-B4AD-4664-A74E-DC22FA53CB0F}" sibTransId="{03A7EED1-5625-46C2-A99B-8A3447F8AD1A}"/>
    <dgm:cxn modelId="{B9353E1D-573E-487C-87DA-FF42BFD8C4A0}" type="presOf" srcId="{7DD8246E-E25C-4EF0-9DEC-83F9CA74C6DC}" destId="{38AFF7B3-E31E-4F97-A752-43503481D9DE}" srcOrd="0" destOrd="0" presId="urn:microsoft.com/office/officeart/2008/layout/LinedList"/>
    <dgm:cxn modelId="{6330001E-00C2-416B-88D6-D42DDC49AD44}" type="presOf" srcId="{5B76ECFB-D7C5-49FF-81BD-1A63422E6CA7}" destId="{2813BCE6-E544-4244-887D-0BFE36EE3B06}" srcOrd="0" destOrd="0" presId="urn:microsoft.com/office/officeart/2008/layout/LinedList"/>
    <dgm:cxn modelId="{27FFBC1E-F0EA-4EBC-842F-E85DB07FF6C8}" type="presOf" srcId="{26ADE343-7D97-41A2-A077-35350806A582}" destId="{0B7073DE-D851-4A0E-AB1C-3A83B81EF456}" srcOrd="0" destOrd="0" presId="urn:microsoft.com/office/officeart/2008/layout/LinedList"/>
    <dgm:cxn modelId="{AE39AA3C-B1D7-4604-A719-6471DA9D4D44}" srcId="{7EF5A636-D2AD-4380-939C-A00FB44C6FDE}" destId="{B0266D81-CE0A-4714-9F36-3E93B485B623}" srcOrd="4" destOrd="0" parTransId="{415FBB33-9453-4B31-AF15-956674EB6E0F}" sibTransId="{5C41BFA0-0299-4FD7-A7FE-F7F859C19317}"/>
    <dgm:cxn modelId="{4233E464-3B38-41A8-9AFB-7A55AB6ABF7A}" type="presOf" srcId="{BBBAF860-CBF6-463E-BBD2-E4C703C6F4D3}" destId="{5F0F3289-DDC1-488E-984E-A00C6E791BBF}" srcOrd="0" destOrd="0" presId="urn:microsoft.com/office/officeart/2008/layout/LinedList"/>
    <dgm:cxn modelId="{0A980F45-3507-4D1A-8AB9-77AE52ED69E9}" srcId="{7EF5A636-D2AD-4380-939C-A00FB44C6FDE}" destId="{8E3A1CD4-C824-4478-B67D-A4E469946DB5}" srcOrd="5" destOrd="0" parTransId="{D1A1AA38-6E08-4ECF-B250-75EB20D2B154}" sibTransId="{EF264DA2-143F-4DD1-ABDB-155D7BA60EF3}"/>
    <dgm:cxn modelId="{9F30C946-CE8D-4DAF-BD4B-2ECCDFEBA8A4}" srcId="{7EF5A636-D2AD-4380-939C-A00FB44C6FDE}" destId="{7DD8246E-E25C-4EF0-9DEC-83F9CA74C6DC}" srcOrd="1" destOrd="0" parTransId="{32C1BFC1-89E4-49D1-BE76-40730CE01C0A}" sibTransId="{42399221-BB12-475C-A2E6-7579DBD6AB92}"/>
    <dgm:cxn modelId="{63287152-22E8-448B-B132-1256773D43F1}" type="presOf" srcId="{249EBC4D-D8F4-49F8-8154-F9BA6F097118}" destId="{BA09920A-D182-42C8-B6BE-9D6018F28378}" srcOrd="0" destOrd="0" presId="urn:microsoft.com/office/officeart/2008/layout/LinedList"/>
    <dgm:cxn modelId="{D1CE347C-4B87-4C40-BB96-16D619DB7FDB}" srcId="{7EF5A636-D2AD-4380-939C-A00FB44C6FDE}" destId="{BBBAF860-CBF6-463E-BBD2-E4C703C6F4D3}" srcOrd="9" destOrd="0" parTransId="{04C89FEE-3D4D-49ED-944E-4785B3723A1F}" sibTransId="{B9A4CFF6-7DD3-4F1B-B0B3-81467648115E}"/>
    <dgm:cxn modelId="{87266284-E9F3-4A38-80F1-BC23DAFF07E5}" type="presOf" srcId="{D805617B-80A6-4037-92E2-01A9300C023C}" destId="{FCBBAA62-EE8B-42C6-ACFA-9F4463EB9844}" srcOrd="0" destOrd="0" presId="urn:microsoft.com/office/officeart/2008/layout/LinedList"/>
    <dgm:cxn modelId="{9BBD278A-FF4E-450E-8F62-C7FA2E474187}" type="presOf" srcId="{8E3A1CD4-C824-4478-B67D-A4E469946DB5}" destId="{0B208C57-C48D-402F-8BC9-7D1268C7E8B1}" srcOrd="0" destOrd="0" presId="urn:microsoft.com/office/officeart/2008/layout/LinedList"/>
    <dgm:cxn modelId="{846F7B9E-4227-41A8-B959-61B1BF430F60}" type="presOf" srcId="{8CC9BF67-23FC-42AD-93F5-E410D3E9F968}" destId="{6BEABBA9-B36C-432B-AC63-F0CD96DFF025}" srcOrd="0" destOrd="0" presId="urn:microsoft.com/office/officeart/2008/layout/LinedList"/>
    <dgm:cxn modelId="{E3864ACE-3256-4235-84B4-6456B89895D0}" srcId="{7EF5A636-D2AD-4380-939C-A00FB44C6FDE}" destId="{8CC9BF67-23FC-42AD-93F5-E410D3E9F968}" srcOrd="3" destOrd="0" parTransId="{05C5B029-520E-4D95-B930-3F77A03CE6FF}" sibTransId="{C3469FEA-CD05-484B-9FAC-0C8732C192BC}"/>
    <dgm:cxn modelId="{155C0CD4-2215-4125-AD30-A535234E3F4B}" type="presOf" srcId="{7EF5A636-D2AD-4380-939C-A00FB44C6FDE}" destId="{EC9EA25E-6D6E-4141-8D7A-4CA63809A1F8}" srcOrd="0" destOrd="0" presId="urn:microsoft.com/office/officeart/2008/layout/LinedList"/>
    <dgm:cxn modelId="{CD967BD6-8B27-428B-BBD9-8C13FF1CBD95}" srcId="{7EF5A636-D2AD-4380-939C-A00FB44C6FDE}" destId="{5B76ECFB-D7C5-49FF-81BD-1A63422E6CA7}" srcOrd="6" destOrd="0" parTransId="{38CE2B22-326C-493D-BF94-756888F1F7A9}" sibTransId="{03A80228-9B46-48AF-8EB3-2D01C413BF89}"/>
    <dgm:cxn modelId="{33D78AD7-40AE-446B-8ACA-3160463DA46E}" type="presOf" srcId="{A8842CF3-B6AB-4BAD-B70B-CB1177B79D25}" destId="{E4EBFCE8-FF42-492C-B4B6-54EA5ADE1082}" srcOrd="0" destOrd="0" presId="urn:microsoft.com/office/officeart/2008/layout/LinedList"/>
    <dgm:cxn modelId="{31D42AFD-8AE2-4DB7-8E12-B59023164223}" srcId="{7EF5A636-D2AD-4380-939C-A00FB44C6FDE}" destId="{A8842CF3-B6AB-4BAD-B70B-CB1177B79D25}" srcOrd="8" destOrd="0" parTransId="{24A4762E-2E60-4C5B-A746-13E94AA50139}" sibTransId="{66D3999A-1B20-426A-A516-9F66B7C270D1}"/>
    <dgm:cxn modelId="{E5D71C35-B560-4BAD-A394-F58CD26D2285}" type="presParOf" srcId="{EC9EA25E-6D6E-4141-8D7A-4CA63809A1F8}" destId="{F4C3E93A-BE5E-40B6-9C99-D9A67FF8A091}" srcOrd="0" destOrd="0" presId="urn:microsoft.com/office/officeart/2008/layout/LinedList"/>
    <dgm:cxn modelId="{CD51AAE3-4D70-4261-9D35-34496D40A2D4}" type="presParOf" srcId="{EC9EA25E-6D6E-4141-8D7A-4CA63809A1F8}" destId="{19C4E865-FD5E-431A-B4C9-8FEF4E3E76EB}" srcOrd="1" destOrd="0" presId="urn:microsoft.com/office/officeart/2008/layout/LinedList"/>
    <dgm:cxn modelId="{D3E658F5-C35A-4969-ABF2-0DDF16BB66EE}" type="presParOf" srcId="{19C4E865-FD5E-431A-B4C9-8FEF4E3E76EB}" destId="{BA09920A-D182-42C8-B6BE-9D6018F28378}" srcOrd="0" destOrd="0" presId="urn:microsoft.com/office/officeart/2008/layout/LinedList"/>
    <dgm:cxn modelId="{287D8A2D-507F-411D-8C20-7AC6322AAAB3}" type="presParOf" srcId="{19C4E865-FD5E-431A-B4C9-8FEF4E3E76EB}" destId="{67308F0F-BBE1-48AD-9F85-28C7F70CD6D8}" srcOrd="1" destOrd="0" presId="urn:microsoft.com/office/officeart/2008/layout/LinedList"/>
    <dgm:cxn modelId="{3BA3D097-7217-4AB6-89E0-B0CB46C8BD92}" type="presParOf" srcId="{EC9EA25E-6D6E-4141-8D7A-4CA63809A1F8}" destId="{8D62AEDD-17FE-4C39-A6F6-3EBC94B37429}" srcOrd="2" destOrd="0" presId="urn:microsoft.com/office/officeart/2008/layout/LinedList"/>
    <dgm:cxn modelId="{8C3ED6D6-9759-4217-8A61-7E2AAC03C6CF}" type="presParOf" srcId="{EC9EA25E-6D6E-4141-8D7A-4CA63809A1F8}" destId="{CFA93C83-C375-42AB-B469-EF55851E3004}" srcOrd="3" destOrd="0" presId="urn:microsoft.com/office/officeart/2008/layout/LinedList"/>
    <dgm:cxn modelId="{5C183EF7-E78C-4367-AE13-3B83AD8DB39E}" type="presParOf" srcId="{CFA93C83-C375-42AB-B469-EF55851E3004}" destId="{38AFF7B3-E31E-4F97-A752-43503481D9DE}" srcOrd="0" destOrd="0" presId="urn:microsoft.com/office/officeart/2008/layout/LinedList"/>
    <dgm:cxn modelId="{7295BF69-0D97-4059-B621-FB3C867C237A}" type="presParOf" srcId="{CFA93C83-C375-42AB-B469-EF55851E3004}" destId="{5BA21E73-6762-467F-99A5-7C177424F034}" srcOrd="1" destOrd="0" presId="urn:microsoft.com/office/officeart/2008/layout/LinedList"/>
    <dgm:cxn modelId="{0F135F30-3E9B-4A1C-9C7C-64BA7D61681A}" type="presParOf" srcId="{EC9EA25E-6D6E-4141-8D7A-4CA63809A1F8}" destId="{A72DC21A-7768-42C0-871D-830B0EF40F11}" srcOrd="4" destOrd="0" presId="urn:microsoft.com/office/officeart/2008/layout/LinedList"/>
    <dgm:cxn modelId="{B0ABBDBD-40C6-45DE-887B-DD19E94E566D}" type="presParOf" srcId="{EC9EA25E-6D6E-4141-8D7A-4CA63809A1F8}" destId="{8B4516C2-9321-485E-A54C-487136BC3548}" srcOrd="5" destOrd="0" presId="urn:microsoft.com/office/officeart/2008/layout/LinedList"/>
    <dgm:cxn modelId="{4132B9AC-0A8A-4AB5-ABC9-ED2DA0D92F08}" type="presParOf" srcId="{8B4516C2-9321-485E-A54C-487136BC3548}" destId="{FCBBAA62-EE8B-42C6-ACFA-9F4463EB9844}" srcOrd="0" destOrd="0" presId="urn:microsoft.com/office/officeart/2008/layout/LinedList"/>
    <dgm:cxn modelId="{6F7DA471-7D3B-45A5-812B-7AE3A901E3F8}" type="presParOf" srcId="{8B4516C2-9321-485E-A54C-487136BC3548}" destId="{55846E2B-2D38-4ED7-B95B-0DB3B0759117}" srcOrd="1" destOrd="0" presId="urn:microsoft.com/office/officeart/2008/layout/LinedList"/>
    <dgm:cxn modelId="{78246499-69DA-4D9D-A6E4-883D0BC360D7}" type="presParOf" srcId="{EC9EA25E-6D6E-4141-8D7A-4CA63809A1F8}" destId="{BF86DD58-33C7-46BD-9560-1F5FB41A81E1}" srcOrd="6" destOrd="0" presId="urn:microsoft.com/office/officeart/2008/layout/LinedList"/>
    <dgm:cxn modelId="{BAA408CF-D446-4359-AE04-27E63FBE1263}" type="presParOf" srcId="{EC9EA25E-6D6E-4141-8D7A-4CA63809A1F8}" destId="{6A7544B4-46E7-4AD4-9EB3-7CAA37FC2BCD}" srcOrd="7" destOrd="0" presId="urn:microsoft.com/office/officeart/2008/layout/LinedList"/>
    <dgm:cxn modelId="{C635CC18-4FFC-44FA-B81C-1F7C8517255F}" type="presParOf" srcId="{6A7544B4-46E7-4AD4-9EB3-7CAA37FC2BCD}" destId="{6BEABBA9-B36C-432B-AC63-F0CD96DFF025}" srcOrd="0" destOrd="0" presId="urn:microsoft.com/office/officeart/2008/layout/LinedList"/>
    <dgm:cxn modelId="{90159BFC-ABD2-442B-B884-D514EB70D1B5}" type="presParOf" srcId="{6A7544B4-46E7-4AD4-9EB3-7CAA37FC2BCD}" destId="{5538BD69-5C57-49D3-B104-84BAC8054993}" srcOrd="1" destOrd="0" presId="urn:microsoft.com/office/officeart/2008/layout/LinedList"/>
    <dgm:cxn modelId="{B7A9343F-8CFD-4782-9F72-11BB753CD395}" type="presParOf" srcId="{EC9EA25E-6D6E-4141-8D7A-4CA63809A1F8}" destId="{E91D209E-FD31-4766-BE90-54CB9A21EEDF}" srcOrd="8" destOrd="0" presId="urn:microsoft.com/office/officeart/2008/layout/LinedList"/>
    <dgm:cxn modelId="{8BB8D47B-D4BE-4B53-B57B-CFE9589D6971}" type="presParOf" srcId="{EC9EA25E-6D6E-4141-8D7A-4CA63809A1F8}" destId="{4D849D69-CA64-4820-BD18-E64AAD7AC469}" srcOrd="9" destOrd="0" presId="urn:microsoft.com/office/officeart/2008/layout/LinedList"/>
    <dgm:cxn modelId="{76711CB8-9C64-4C8F-8DFD-7C4A0BCB9577}" type="presParOf" srcId="{4D849D69-CA64-4820-BD18-E64AAD7AC469}" destId="{11C966A7-8586-4DCB-AF84-56A2D08FB487}" srcOrd="0" destOrd="0" presId="urn:microsoft.com/office/officeart/2008/layout/LinedList"/>
    <dgm:cxn modelId="{1A62FF03-4E6E-444C-ABE2-BE48D59969E7}" type="presParOf" srcId="{4D849D69-CA64-4820-BD18-E64AAD7AC469}" destId="{99EF39A0-9717-41C5-8CAA-EB936A7CC7C1}" srcOrd="1" destOrd="0" presId="urn:microsoft.com/office/officeart/2008/layout/LinedList"/>
    <dgm:cxn modelId="{EC35EAC7-0FB7-420B-830F-68529D23C20E}" type="presParOf" srcId="{EC9EA25E-6D6E-4141-8D7A-4CA63809A1F8}" destId="{A92C8388-6850-4FC6-A798-B6EC12A7FA03}" srcOrd="10" destOrd="0" presId="urn:microsoft.com/office/officeart/2008/layout/LinedList"/>
    <dgm:cxn modelId="{10333494-6FE3-46FF-A196-A65D0026D3B7}" type="presParOf" srcId="{EC9EA25E-6D6E-4141-8D7A-4CA63809A1F8}" destId="{90FFF4CD-6784-4028-B11F-283C3EB4B996}" srcOrd="11" destOrd="0" presId="urn:microsoft.com/office/officeart/2008/layout/LinedList"/>
    <dgm:cxn modelId="{83B9E1D0-A22C-4193-94EE-68D767D8C7D4}" type="presParOf" srcId="{90FFF4CD-6784-4028-B11F-283C3EB4B996}" destId="{0B208C57-C48D-402F-8BC9-7D1268C7E8B1}" srcOrd="0" destOrd="0" presId="urn:microsoft.com/office/officeart/2008/layout/LinedList"/>
    <dgm:cxn modelId="{979039C5-27E0-4498-B2E4-92014E8A73F6}" type="presParOf" srcId="{90FFF4CD-6784-4028-B11F-283C3EB4B996}" destId="{128E773F-4823-43E9-ADA1-BB8EDA6E9865}" srcOrd="1" destOrd="0" presId="urn:microsoft.com/office/officeart/2008/layout/LinedList"/>
    <dgm:cxn modelId="{07B4A845-CEF5-4750-A179-9F7075F57343}" type="presParOf" srcId="{EC9EA25E-6D6E-4141-8D7A-4CA63809A1F8}" destId="{1793C82D-6A53-49BB-A222-FAAC3695E106}" srcOrd="12" destOrd="0" presId="urn:microsoft.com/office/officeart/2008/layout/LinedList"/>
    <dgm:cxn modelId="{03EB912F-A1D4-429B-92B8-64ADEDE8C67A}" type="presParOf" srcId="{EC9EA25E-6D6E-4141-8D7A-4CA63809A1F8}" destId="{14B1BBAD-BC93-4D5C-B5C9-14DE0DD427B6}" srcOrd="13" destOrd="0" presId="urn:microsoft.com/office/officeart/2008/layout/LinedList"/>
    <dgm:cxn modelId="{98978302-9739-4E9B-91C3-EB09DC63012E}" type="presParOf" srcId="{14B1BBAD-BC93-4D5C-B5C9-14DE0DD427B6}" destId="{2813BCE6-E544-4244-887D-0BFE36EE3B06}" srcOrd="0" destOrd="0" presId="urn:microsoft.com/office/officeart/2008/layout/LinedList"/>
    <dgm:cxn modelId="{FDC5564C-515C-416A-BB66-1B482452780D}" type="presParOf" srcId="{14B1BBAD-BC93-4D5C-B5C9-14DE0DD427B6}" destId="{814A1069-3FD0-4C7A-A3D8-3E03542C4964}" srcOrd="1" destOrd="0" presId="urn:microsoft.com/office/officeart/2008/layout/LinedList"/>
    <dgm:cxn modelId="{FBEBEFC5-73C9-4A07-903E-074316A1D4D9}" type="presParOf" srcId="{EC9EA25E-6D6E-4141-8D7A-4CA63809A1F8}" destId="{2131819F-F6A7-442B-9912-C5F50C4306C0}" srcOrd="14" destOrd="0" presId="urn:microsoft.com/office/officeart/2008/layout/LinedList"/>
    <dgm:cxn modelId="{AE27BABE-A72F-461F-939B-622C7FBEA0A5}" type="presParOf" srcId="{EC9EA25E-6D6E-4141-8D7A-4CA63809A1F8}" destId="{70BB632D-4218-4E62-9729-89FB76067A99}" srcOrd="15" destOrd="0" presId="urn:microsoft.com/office/officeart/2008/layout/LinedList"/>
    <dgm:cxn modelId="{703B4C23-3ACD-4975-BEEE-5529EBA63777}" type="presParOf" srcId="{70BB632D-4218-4E62-9729-89FB76067A99}" destId="{0B7073DE-D851-4A0E-AB1C-3A83B81EF456}" srcOrd="0" destOrd="0" presId="urn:microsoft.com/office/officeart/2008/layout/LinedList"/>
    <dgm:cxn modelId="{0B7373A3-8D73-44D2-BC89-298E7E9D0ADD}" type="presParOf" srcId="{70BB632D-4218-4E62-9729-89FB76067A99}" destId="{3E42CAAD-F425-4C09-BA24-4F8CFC81F81C}" srcOrd="1" destOrd="0" presId="urn:microsoft.com/office/officeart/2008/layout/LinedList"/>
    <dgm:cxn modelId="{42D576D6-B83D-49E0-932D-293E29C91C14}" type="presParOf" srcId="{EC9EA25E-6D6E-4141-8D7A-4CA63809A1F8}" destId="{27072B2D-AC27-4EC8-B42E-E48DB0C7945F}" srcOrd="16" destOrd="0" presId="urn:microsoft.com/office/officeart/2008/layout/LinedList"/>
    <dgm:cxn modelId="{BE64E4DF-440F-4966-A6B0-AC1340F8983C}" type="presParOf" srcId="{EC9EA25E-6D6E-4141-8D7A-4CA63809A1F8}" destId="{31763928-3A2E-4745-91C5-AC3586102B15}" srcOrd="17" destOrd="0" presId="urn:microsoft.com/office/officeart/2008/layout/LinedList"/>
    <dgm:cxn modelId="{81481922-9230-4EF0-A4BB-1F7CBDB7E4E2}" type="presParOf" srcId="{31763928-3A2E-4745-91C5-AC3586102B15}" destId="{E4EBFCE8-FF42-492C-B4B6-54EA5ADE1082}" srcOrd="0" destOrd="0" presId="urn:microsoft.com/office/officeart/2008/layout/LinedList"/>
    <dgm:cxn modelId="{48F8067E-F14A-4B36-B754-15D6F72F8FB6}" type="presParOf" srcId="{31763928-3A2E-4745-91C5-AC3586102B15}" destId="{82FDE3F8-B3C4-4366-8E0E-F11F19753367}" srcOrd="1" destOrd="0" presId="urn:microsoft.com/office/officeart/2008/layout/LinedList"/>
    <dgm:cxn modelId="{3145AF64-162F-4091-B257-4E84D977BD8C}" type="presParOf" srcId="{EC9EA25E-6D6E-4141-8D7A-4CA63809A1F8}" destId="{413156B3-5EAD-42F8-BCFA-3FF8EB228869}" srcOrd="18" destOrd="0" presId="urn:microsoft.com/office/officeart/2008/layout/LinedList"/>
    <dgm:cxn modelId="{0A163221-DBAE-448D-AACF-DAF00D1592F8}" type="presParOf" srcId="{EC9EA25E-6D6E-4141-8D7A-4CA63809A1F8}" destId="{F953890D-DBE3-4C61-BF36-0225E6EDB851}" srcOrd="19" destOrd="0" presId="urn:microsoft.com/office/officeart/2008/layout/LinedList"/>
    <dgm:cxn modelId="{477A0236-B24D-4C1A-BA55-2198F1D45358}" type="presParOf" srcId="{F953890D-DBE3-4C61-BF36-0225E6EDB851}" destId="{5F0F3289-DDC1-488E-984E-A00C6E791BBF}" srcOrd="0" destOrd="0" presId="urn:microsoft.com/office/officeart/2008/layout/LinedList"/>
    <dgm:cxn modelId="{0037A7E3-5E40-4166-9E90-BF1947C11EF9}" type="presParOf" srcId="{F953890D-DBE3-4C61-BF36-0225E6EDB851}" destId="{87BBAB85-E85A-4105-90C0-9401383BFB5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33F131-6A8B-421A-A1B8-7967E8E8F0EA}" type="doc">
      <dgm:prSet loTypeId="urn:microsoft.com/office/officeart/2005/8/layout/defaul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B4E869C-30D1-4FB1-8272-CB2127E2E57B}">
      <dgm:prSet/>
      <dgm:spPr/>
      <dgm:t>
        <a:bodyPr/>
        <a:lstStyle/>
        <a:p>
          <a:r>
            <a:rPr lang="pl-PL" dirty="0"/>
            <a:t>Występowanie zasad SOLID</a:t>
          </a:r>
          <a:endParaRPr lang="en-US" dirty="0"/>
        </a:p>
      </dgm:t>
    </dgm:pt>
    <dgm:pt modelId="{A43F83DF-BFF6-4801-B730-E3458D08A6C4}" type="parTrans" cxnId="{996EB653-E3DB-4565-9C58-E12EC6FEFCED}">
      <dgm:prSet/>
      <dgm:spPr/>
      <dgm:t>
        <a:bodyPr/>
        <a:lstStyle/>
        <a:p>
          <a:endParaRPr lang="en-US"/>
        </a:p>
      </dgm:t>
    </dgm:pt>
    <dgm:pt modelId="{16774D86-3AB0-4E3E-A257-EC6FF5E1D6EA}" type="sibTrans" cxnId="{996EB653-E3DB-4565-9C58-E12EC6FEFCED}">
      <dgm:prSet/>
      <dgm:spPr/>
      <dgm:t>
        <a:bodyPr/>
        <a:lstStyle/>
        <a:p>
          <a:endParaRPr lang="en-US"/>
        </a:p>
      </dgm:t>
    </dgm:pt>
    <dgm:pt modelId="{83441335-C370-446D-A3DC-88E5CACCA725}">
      <dgm:prSet/>
      <dgm:spPr/>
      <dgm:t>
        <a:bodyPr/>
        <a:lstStyle/>
        <a:p>
          <a:r>
            <a:rPr lang="pl-PL"/>
            <a:t>Użycie wzorca projektowego – fabryki</a:t>
          </a:r>
          <a:endParaRPr lang="en-US"/>
        </a:p>
      </dgm:t>
    </dgm:pt>
    <dgm:pt modelId="{A6F597C3-7898-4A9A-9514-F2C5A223061C}" type="parTrans" cxnId="{D69AAA04-5BF1-4C2E-A82C-1BD7C20B2E9E}">
      <dgm:prSet/>
      <dgm:spPr/>
      <dgm:t>
        <a:bodyPr/>
        <a:lstStyle/>
        <a:p>
          <a:endParaRPr lang="en-US"/>
        </a:p>
      </dgm:t>
    </dgm:pt>
    <dgm:pt modelId="{31605306-D22E-46FB-9D07-2273E27FA300}" type="sibTrans" cxnId="{D69AAA04-5BF1-4C2E-A82C-1BD7C20B2E9E}">
      <dgm:prSet/>
      <dgm:spPr/>
      <dgm:t>
        <a:bodyPr/>
        <a:lstStyle/>
        <a:p>
          <a:endParaRPr lang="en-US"/>
        </a:p>
      </dgm:t>
    </dgm:pt>
    <dgm:pt modelId="{D82F1AD4-2AFF-4FD8-9C02-FD0A33CA6CA0}">
      <dgm:prSet/>
      <dgm:spPr/>
      <dgm:t>
        <a:bodyPr/>
        <a:lstStyle/>
        <a:p>
          <a:r>
            <a:rPr lang="pl-PL" dirty="0"/>
            <a:t>Zastosowanie interfejsów</a:t>
          </a:r>
          <a:endParaRPr lang="en-US" dirty="0"/>
        </a:p>
      </dgm:t>
    </dgm:pt>
    <dgm:pt modelId="{50EFA9B0-FEA9-4ED1-B056-8B436A3D7C0E}" type="parTrans" cxnId="{EA15FB4C-7EAD-41B3-9B8D-62A997C91CE8}">
      <dgm:prSet/>
      <dgm:spPr/>
      <dgm:t>
        <a:bodyPr/>
        <a:lstStyle/>
        <a:p>
          <a:endParaRPr lang="en-US"/>
        </a:p>
      </dgm:t>
    </dgm:pt>
    <dgm:pt modelId="{9B0E8611-B821-42B0-96F7-F2887E6605D3}" type="sibTrans" cxnId="{EA15FB4C-7EAD-41B3-9B8D-62A997C91CE8}">
      <dgm:prSet/>
      <dgm:spPr/>
      <dgm:t>
        <a:bodyPr/>
        <a:lstStyle/>
        <a:p>
          <a:endParaRPr lang="en-US"/>
        </a:p>
      </dgm:t>
    </dgm:pt>
    <dgm:pt modelId="{28B13F4C-B7E4-4729-BD32-AF93867EB94F}">
      <dgm:prSet/>
      <dgm:spPr/>
      <dgm:t>
        <a:bodyPr/>
        <a:lstStyle/>
        <a:p>
          <a:r>
            <a:rPr lang="pl-PL"/>
            <a:t>Dziedziczenie</a:t>
          </a:r>
          <a:endParaRPr lang="en-US"/>
        </a:p>
      </dgm:t>
    </dgm:pt>
    <dgm:pt modelId="{07ABA178-96FD-41C6-8980-FB634FA1B0EB}" type="parTrans" cxnId="{1B1BEDA6-0110-4A01-A79C-6E8E0015FA46}">
      <dgm:prSet/>
      <dgm:spPr/>
      <dgm:t>
        <a:bodyPr/>
        <a:lstStyle/>
        <a:p>
          <a:endParaRPr lang="en-US"/>
        </a:p>
      </dgm:t>
    </dgm:pt>
    <dgm:pt modelId="{6A156771-BDA2-4867-B7E0-2DD21A3B2D7A}" type="sibTrans" cxnId="{1B1BEDA6-0110-4A01-A79C-6E8E0015FA46}">
      <dgm:prSet/>
      <dgm:spPr/>
      <dgm:t>
        <a:bodyPr/>
        <a:lstStyle/>
        <a:p>
          <a:endParaRPr lang="en-US"/>
        </a:p>
      </dgm:t>
    </dgm:pt>
    <dgm:pt modelId="{79DC4460-E9CD-483C-A6DF-549D9D8E90CE}">
      <dgm:prSet/>
      <dgm:spPr/>
      <dgm:t>
        <a:bodyPr/>
        <a:lstStyle/>
        <a:p>
          <a:r>
            <a:rPr lang="pl-PL"/>
            <a:t>Podział kodu na wiele plików</a:t>
          </a:r>
          <a:endParaRPr lang="en-US"/>
        </a:p>
      </dgm:t>
    </dgm:pt>
    <dgm:pt modelId="{3FAF5C1B-E357-4579-99BC-AE3045728773}" type="parTrans" cxnId="{7FEA7DC9-B70F-4323-93EA-43AC76618206}">
      <dgm:prSet/>
      <dgm:spPr/>
      <dgm:t>
        <a:bodyPr/>
        <a:lstStyle/>
        <a:p>
          <a:endParaRPr lang="en-US"/>
        </a:p>
      </dgm:t>
    </dgm:pt>
    <dgm:pt modelId="{D962F5D2-7602-49AC-ABED-BA696767A7C5}" type="sibTrans" cxnId="{7FEA7DC9-B70F-4323-93EA-43AC76618206}">
      <dgm:prSet/>
      <dgm:spPr/>
      <dgm:t>
        <a:bodyPr/>
        <a:lstStyle/>
        <a:p>
          <a:endParaRPr lang="en-US"/>
        </a:p>
      </dgm:t>
    </dgm:pt>
    <dgm:pt modelId="{BE73B30A-C736-4F9E-B424-74CDFF0F078E}" type="pres">
      <dgm:prSet presAssocID="{1233F131-6A8B-421A-A1B8-7967E8E8F0EA}" presName="diagram" presStyleCnt="0">
        <dgm:presLayoutVars>
          <dgm:dir/>
          <dgm:resizeHandles val="exact"/>
        </dgm:presLayoutVars>
      </dgm:prSet>
      <dgm:spPr/>
    </dgm:pt>
    <dgm:pt modelId="{19A5DB6E-9E3B-43DA-A869-1CCF7686F218}" type="pres">
      <dgm:prSet presAssocID="{DB4E869C-30D1-4FB1-8272-CB2127E2E57B}" presName="node" presStyleLbl="node1" presStyleIdx="0" presStyleCnt="5">
        <dgm:presLayoutVars>
          <dgm:bulletEnabled val="1"/>
        </dgm:presLayoutVars>
      </dgm:prSet>
      <dgm:spPr/>
    </dgm:pt>
    <dgm:pt modelId="{9B53ACC6-1205-4B8D-90AF-CBF49A30ADDA}" type="pres">
      <dgm:prSet presAssocID="{16774D86-3AB0-4E3E-A257-EC6FF5E1D6EA}" presName="sibTrans" presStyleCnt="0"/>
      <dgm:spPr/>
    </dgm:pt>
    <dgm:pt modelId="{5E096FDA-A796-44B5-865B-3EFE96B68C67}" type="pres">
      <dgm:prSet presAssocID="{83441335-C370-446D-A3DC-88E5CACCA725}" presName="node" presStyleLbl="node1" presStyleIdx="1" presStyleCnt="5">
        <dgm:presLayoutVars>
          <dgm:bulletEnabled val="1"/>
        </dgm:presLayoutVars>
      </dgm:prSet>
      <dgm:spPr/>
    </dgm:pt>
    <dgm:pt modelId="{9A9F70C7-BC7A-4E2F-92D4-7AB657030886}" type="pres">
      <dgm:prSet presAssocID="{31605306-D22E-46FB-9D07-2273E27FA300}" presName="sibTrans" presStyleCnt="0"/>
      <dgm:spPr/>
    </dgm:pt>
    <dgm:pt modelId="{3E4BF07A-0586-4AF4-ACD6-655818D3F1E8}" type="pres">
      <dgm:prSet presAssocID="{D82F1AD4-2AFF-4FD8-9C02-FD0A33CA6CA0}" presName="node" presStyleLbl="node1" presStyleIdx="2" presStyleCnt="5">
        <dgm:presLayoutVars>
          <dgm:bulletEnabled val="1"/>
        </dgm:presLayoutVars>
      </dgm:prSet>
      <dgm:spPr/>
    </dgm:pt>
    <dgm:pt modelId="{A35E0C79-4A36-4DD9-995B-5865035C8911}" type="pres">
      <dgm:prSet presAssocID="{9B0E8611-B821-42B0-96F7-F2887E6605D3}" presName="sibTrans" presStyleCnt="0"/>
      <dgm:spPr/>
    </dgm:pt>
    <dgm:pt modelId="{5A610626-295E-4C79-9EC4-7D4BB96D255F}" type="pres">
      <dgm:prSet presAssocID="{28B13F4C-B7E4-4729-BD32-AF93867EB94F}" presName="node" presStyleLbl="node1" presStyleIdx="3" presStyleCnt="5">
        <dgm:presLayoutVars>
          <dgm:bulletEnabled val="1"/>
        </dgm:presLayoutVars>
      </dgm:prSet>
      <dgm:spPr/>
    </dgm:pt>
    <dgm:pt modelId="{CE4158E8-A4CF-4DB6-8EDD-AEBF1540E534}" type="pres">
      <dgm:prSet presAssocID="{6A156771-BDA2-4867-B7E0-2DD21A3B2D7A}" presName="sibTrans" presStyleCnt="0"/>
      <dgm:spPr/>
    </dgm:pt>
    <dgm:pt modelId="{4E701202-7606-4751-B9C7-71897BBB60C0}" type="pres">
      <dgm:prSet presAssocID="{79DC4460-E9CD-483C-A6DF-549D9D8E90CE}" presName="node" presStyleLbl="node1" presStyleIdx="4" presStyleCnt="5">
        <dgm:presLayoutVars>
          <dgm:bulletEnabled val="1"/>
        </dgm:presLayoutVars>
      </dgm:prSet>
      <dgm:spPr/>
    </dgm:pt>
  </dgm:ptLst>
  <dgm:cxnLst>
    <dgm:cxn modelId="{D69AAA04-5BF1-4C2E-A82C-1BD7C20B2E9E}" srcId="{1233F131-6A8B-421A-A1B8-7967E8E8F0EA}" destId="{83441335-C370-446D-A3DC-88E5CACCA725}" srcOrd="1" destOrd="0" parTransId="{A6F597C3-7898-4A9A-9514-F2C5A223061C}" sibTransId="{31605306-D22E-46FB-9D07-2273E27FA300}"/>
    <dgm:cxn modelId="{5B43353D-4DB8-4FB2-8F02-EF696385866A}" type="presOf" srcId="{28B13F4C-B7E4-4729-BD32-AF93867EB94F}" destId="{5A610626-295E-4C79-9EC4-7D4BB96D255F}" srcOrd="0" destOrd="0" presId="urn:microsoft.com/office/officeart/2005/8/layout/default"/>
    <dgm:cxn modelId="{EA15FB4C-7EAD-41B3-9B8D-62A997C91CE8}" srcId="{1233F131-6A8B-421A-A1B8-7967E8E8F0EA}" destId="{D82F1AD4-2AFF-4FD8-9C02-FD0A33CA6CA0}" srcOrd="2" destOrd="0" parTransId="{50EFA9B0-FEA9-4ED1-B056-8B436A3D7C0E}" sibTransId="{9B0E8611-B821-42B0-96F7-F2887E6605D3}"/>
    <dgm:cxn modelId="{996EB653-E3DB-4565-9C58-E12EC6FEFCED}" srcId="{1233F131-6A8B-421A-A1B8-7967E8E8F0EA}" destId="{DB4E869C-30D1-4FB1-8272-CB2127E2E57B}" srcOrd="0" destOrd="0" parTransId="{A43F83DF-BFF6-4801-B730-E3458D08A6C4}" sibTransId="{16774D86-3AB0-4E3E-A257-EC6FF5E1D6EA}"/>
    <dgm:cxn modelId="{15FF8D75-B8D4-47E1-A731-0B98F1353DC1}" type="presOf" srcId="{79DC4460-E9CD-483C-A6DF-549D9D8E90CE}" destId="{4E701202-7606-4751-B9C7-71897BBB60C0}" srcOrd="0" destOrd="0" presId="urn:microsoft.com/office/officeart/2005/8/layout/default"/>
    <dgm:cxn modelId="{0E57268E-EF38-436C-B238-E0D461C04FAF}" type="presOf" srcId="{DB4E869C-30D1-4FB1-8272-CB2127E2E57B}" destId="{19A5DB6E-9E3B-43DA-A869-1CCF7686F218}" srcOrd="0" destOrd="0" presId="urn:microsoft.com/office/officeart/2005/8/layout/default"/>
    <dgm:cxn modelId="{1B1BEDA6-0110-4A01-A79C-6E8E0015FA46}" srcId="{1233F131-6A8B-421A-A1B8-7967E8E8F0EA}" destId="{28B13F4C-B7E4-4729-BD32-AF93867EB94F}" srcOrd="3" destOrd="0" parTransId="{07ABA178-96FD-41C6-8980-FB634FA1B0EB}" sibTransId="{6A156771-BDA2-4867-B7E0-2DD21A3B2D7A}"/>
    <dgm:cxn modelId="{74E701AB-C334-4F3D-897B-161D3CC1DEC8}" type="presOf" srcId="{83441335-C370-446D-A3DC-88E5CACCA725}" destId="{5E096FDA-A796-44B5-865B-3EFE96B68C67}" srcOrd="0" destOrd="0" presId="urn:microsoft.com/office/officeart/2005/8/layout/default"/>
    <dgm:cxn modelId="{7FEA7DC9-B70F-4323-93EA-43AC76618206}" srcId="{1233F131-6A8B-421A-A1B8-7967E8E8F0EA}" destId="{79DC4460-E9CD-483C-A6DF-549D9D8E90CE}" srcOrd="4" destOrd="0" parTransId="{3FAF5C1B-E357-4579-99BC-AE3045728773}" sibTransId="{D962F5D2-7602-49AC-ABED-BA696767A7C5}"/>
    <dgm:cxn modelId="{088509D7-A3FD-4C23-9C4D-0712B7F4E34C}" type="presOf" srcId="{D82F1AD4-2AFF-4FD8-9C02-FD0A33CA6CA0}" destId="{3E4BF07A-0586-4AF4-ACD6-655818D3F1E8}" srcOrd="0" destOrd="0" presId="urn:microsoft.com/office/officeart/2005/8/layout/default"/>
    <dgm:cxn modelId="{E230E7E1-0050-4DFD-A237-5E016A225B16}" type="presOf" srcId="{1233F131-6A8B-421A-A1B8-7967E8E8F0EA}" destId="{BE73B30A-C736-4F9E-B424-74CDFF0F078E}" srcOrd="0" destOrd="0" presId="urn:microsoft.com/office/officeart/2005/8/layout/default"/>
    <dgm:cxn modelId="{A0C88F81-7D9D-4AFB-9071-42D7AE8DB6B4}" type="presParOf" srcId="{BE73B30A-C736-4F9E-B424-74CDFF0F078E}" destId="{19A5DB6E-9E3B-43DA-A869-1CCF7686F218}" srcOrd="0" destOrd="0" presId="urn:microsoft.com/office/officeart/2005/8/layout/default"/>
    <dgm:cxn modelId="{5AE36FF9-ECFA-4AB7-A987-0B68E8D7C63C}" type="presParOf" srcId="{BE73B30A-C736-4F9E-B424-74CDFF0F078E}" destId="{9B53ACC6-1205-4B8D-90AF-CBF49A30ADDA}" srcOrd="1" destOrd="0" presId="urn:microsoft.com/office/officeart/2005/8/layout/default"/>
    <dgm:cxn modelId="{AB84216C-471B-4B81-B6E7-95638554EF0D}" type="presParOf" srcId="{BE73B30A-C736-4F9E-B424-74CDFF0F078E}" destId="{5E096FDA-A796-44B5-865B-3EFE96B68C67}" srcOrd="2" destOrd="0" presId="urn:microsoft.com/office/officeart/2005/8/layout/default"/>
    <dgm:cxn modelId="{D245D59C-F3A6-44E6-B647-0F87DC929090}" type="presParOf" srcId="{BE73B30A-C736-4F9E-B424-74CDFF0F078E}" destId="{9A9F70C7-BC7A-4E2F-92D4-7AB657030886}" srcOrd="3" destOrd="0" presId="urn:microsoft.com/office/officeart/2005/8/layout/default"/>
    <dgm:cxn modelId="{8A775340-C64F-40F9-AE41-4BA8D52043F1}" type="presParOf" srcId="{BE73B30A-C736-4F9E-B424-74CDFF0F078E}" destId="{3E4BF07A-0586-4AF4-ACD6-655818D3F1E8}" srcOrd="4" destOrd="0" presId="urn:microsoft.com/office/officeart/2005/8/layout/default"/>
    <dgm:cxn modelId="{69BCC69E-D8B4-490B-900D-EF74F27FB583}" type="presParOf" srcId="{BE73B30A-C736-4F9E-B424-74CDFF0F078E}" destId="{A35E0C79-4A36-4DD9-995B-5865035C8911}" srcOrd="5" destOrd="0" presId="urn:microsoft.com/office/officeart/2005/8/layout/default"/>
    <dgm:cxn modelId="{DD249A26-FE42-4A52-B8B5-2A2C17B69213}" type="presParOf" srcId="{BE73B30A-C736-4F9E-B424-74CDFF0F078E}" destId="{5A610626-295E-4C79-9EC4-7D4BB96D255F}" srcOrd="6" destOrd="0" presId="urn:microsoft.com/office/officeart/2005/8/layout/default"/>
    <dgm:cxn modelId="{A3675653-48E8-4A86-9051-F4523BAEAD51}" type="presParOf" srcId="{BE73B30A-C736-4F9E-B424-74CDFF0F078E}" destId="{CE4158E8-A4CF-4DB6-8EDD-AEBF1540E534}" srcOrd="7" destOrd="0" presId="urn:microsoft.com/office/officeart/2005/8/layout/default"/>
    <dgm:cxn modelId="{A3A93A5C-0519-4025-AF7C-03D2BB68F8F3}" type="presParOf" srcId="{BE73B30A-C736-4F9E-B424-74CDFF0F078E}" destId="{4E701202-7606-4751-B9C7-71897BBB60C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29A20F9-0FEA-46FA-ACD1-9B6E76AB5A95}" type="doc">
      <dgm:prSet loTypeId="urn:microsoft.com/office/officeart/2005/8/layout/cycle6" loCatId="cycle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DD99FF0-CCA0-47E1-B24E-2459841A346D}">
      <dgm:prSet/>
      <dgm:spPr/>
      <dgm:t>
        <a:bodyPr/>
        <a:lstStyle/>
        <a:p>
          <a:r>
            <a:rPr lang="pl-PL"/>
            <a:t>testy jednostkowe</a:t>
          </a:r>
          <a:endParaRPr lang="en-US"/>
        </a:p>
      </dgm:t>
    </dgm:pt>
    <dgm:pt modelId="{3E32CEAB-6E95-4754-815F-38856451E6B6}" type="parTrans" cxnId="{0CDC98D4-FD11-4B97-9AF9-88859201E6B5}">
      <dgm:prSet/>
      <dgm:spPr/>
      <dgm:t>
        <a:bodyPr/>
        <a:lstStyle/>
        <a:p>
          <a:endParaRPr lang="en-US"/>
        </a:p>
      </dgm:t>
    </dgm:pt>
    <dgm:pt modelId="{831192A7-2642-4A8B-9926-EDCCEFBFBDB8}" type="sibTrans" cxnId="{0CDC98D4-FD11-4B97-9AF9-88859201E6B5}">
      <dgm:prSet/>
      <dgm:spPr/>
      <dgm:t>
        <a:bodyPr/>
        <a:lstStyle/>
        <a:p>
          <a:endParaRPr lang="en-US"/>
        </a:p>
      </dgm:t>
    </dgm:pt>
    <dgm:pt modelId="{93E47846-C70B-4BE4-A418-FB4DAEB314D1}">
      <dgm:prSet/>
      <dgm:spPr/>
      <dgm:t>
        <a:bodyPr/>
        <a:lstStyle/>
        <a:p>
          <a:r>
            <a:rPr lang="pl-PL"/>
            <a:t>testy systemowe</a:t>
          </a:r>
          <a:endParaRPr lang="en-US"/>
        </a:p>
      </dgm:t>
    </dgm:pt>
    <dgm:pt modelId="{7762AB1E-0D82-43C7-AC9B-4103AB55FB3A}" type="parTrans" cxnId="{C909D049-EFB2-49D0-9EA2-457FCD99E992}">
      <dgm:prSet/>
      <dgm:spPr/>
      <dgm:t>
        <a:bodyPr/>
        <a:lstStyle/>
        <a:p>
          <a:endParaRPr lang="en-US"/>
        </a:p>
      </dgm:t>
    </dgm:pt>
    <dgm:pt modelId="{9CB699CE-CF5F-4E87-9F5C-1CA98929D21D}" type="sibTrans" cxnId="{C909D049-EFB2-49D0-9EA2-457FCD99E992}">
      <dgm:prSet/>
      <dgm:spPr/>
      <dgm:t>
        <a:bodyPr/>
        <a:lstStyle/>
        <a:p>
          <a:endParaRPr lang="en-US"/>
        </a:p>
      </dgm:t>
    </dgm:pt>
    <dgm:pt modelId="{9055B683-92EC-4319-A678-A47F0E9384C0}" type="pres">
      <dgm:prSet presAssocID="{829A20F9-0FEA-46FA-ACD1-9B6E76AB5A95}" presName="cycle" presStyleCnt="0">
        <dgm:presLayoutVars>
          <dgm:dir/>
          <dgm:resizeHandles val="exact"/>
        </dgm:presLayoutVars>
      </dgm:prSet>
      <dgm:spPr/>
    </dgm:pt>
    <dgm:pt modelId="{30E6786E-7513-4954-9375-9A6A5334878A}" type="pres">
      <dgm:prSet presAssocID="{FDD99FF0-CCA0-47E1-B24E-2459841A346D}" presName="node" presStyleLbl="node1" presStyleIdx="0" presStyleCnt="2">
        <dgm:presLayoutVars>
          <dgm:bulletEnabled val="1"/>
        </dgm:presLayoutVars>
      </dgm:prSet>
      <dgm:spPr/>
    </dgm:pt>
    <dgm:pt modelId="{9389F8DB-66D1-4B02-96B6-A513EBA1ECDE}" type="pres">
      <dgm:prSet presAssocID="{FDD99FF0-CCA0-47E1-B24E-2459841A346D}" presName="spNode" presStyleCnt="0"/>
      <dgm:spPr/>
    </dgm:pt>
    <dgm:pt modelId="{74BF38C0-52E7-4742-92F2-8EFD74682231}" type="pres">
      <dgm:prSet presAssocID="{831192A7-2642-4A8B-9926-EDCCEFBFBDB8}" presName="sibTrans" presStyleLbl="sibTrans1D1" presStyleIdx="0" presStyleCnt="2"/>
      <dgm:spPr/>
    </dgm:pt>
    <dgm:pt modelId="{213D7B2B-3DD6-4C41-BCC3-40086663AC59}" type="pres">
      <dgm:prSet presAssocID="{93E47846-C70B-4BE4-A418-FB4DAEB314D1}" presName="node" presStyleLbl="node1" presStyleIdx="1" presStyleCnt="2">
        <dgm:presLayoutVars>
          <dgm:bulletEnabled val="1"/>
        </dgm:presLayoutVars>
      </dgm:prSet>
      <dgm:spPr/>
    </dgm:pt>
    <dgm:pt modelId="{3655B847-7E65-4E3A-B4D6-88ECB2349998}" type="pres">
      <dgm:prSet presAssocID="{93E47846-C70B-4BE4-A418-FB4DAEB314D1}" presName="spNode" presStyleCnt="0"/>
      <dgm:spPr/>
    </dgm:pt>
    <dgm:pt modelId="{A28A6251-61CB-4D68-9DDB-D996042D57D4}" type="pres">
      <dgm:prSet presAssocID="{9CB699CE-CF5F-4E87-9F5C-1CA98929D21D}" presName="sibTrans" presStyleLbl="sibTrans1D1" presStyleIdx="1" presStyleCnt="2"/>
      <dgm:spPr/>
    </dgm:pt>
  </dgm:ptLst>
  <dgm:cxnLst>
    <dgm:cxn modelId="{C0EB122D-B077-4E77-BDE0-FCC0E5B4EC0C}" type="presOf" srcId="{831192A7-2642-4A8B-9926-EDCCEFBFBDB8}" destId="{74BF38C0-52E7-4742-92F2-8EFD74682231}" srcOrd="0" destOrd="0" presId="urn:microsoft.com/office/officeart/2005/8/layout/cycle6"/>
    <dgm:cxn modelId="{C909D049-EFB2-49D0-9EA2-457FCD99E992}" srcId="{829A20F9-0FEA-46FA-ACD1-9B6E76AB5A95}" destId="{93E47846-C70B-4BE4-A418-FB4DAEB314D1}" srcOrd="1" destOrd="0" parTransId="{7762AB1E-0D82-43C7-AC9B-4103AB55FB3A}" sibTransId="{9CB699CE-CF5F-4E87-9F5C-1CA98929D21D}"/>
    <dgm:cxn modelId="{96F1B18C-B59C-4349-B2E3-B51C1CC232AA}" type="presOf" srcId="{9CB699CE-CF5F-4E87-9F5C-1CA98929D21D}" destId="{A28A6251-61CB-4D68-9DDB-D996042D57D4}" srcOrd="0" destOrd="0" presId="urn:microsoft.com/office/officeart/2005/8/layout/cycle6"/>
    <dgm:cxn modelId="{9586BEC0-3526-4220-9DC6-CB79CFE370B5}" type="presOf" srcId="{FDD99FF0-CCA0-47E1-B24E-2459841A346D}" destId="{30E6786E-7513-4954-9375-9A6A5334878A}" srcOrd="0" destOrd="0" presId="urn:microsoft.com/office/officeart/2005/8/layout/cycle6"/>
    <dgm:cxn modelId="{DE201AC5-9E32-4971-9A34-D794115D9F55}" type="presOf" srcId="{829A20F9-0FEA-46FA-ACD1-9B6E76AB5A95}" destId="{9055B683-92EC-4319-A678-A47F0E9384C0}" srcOrd="0" destOrd="0" presId="urn:microsoft.com/office/officeart/2005/8/layout/cycle6"/>
    <dgm:cxn modelId="{0CDC98D4-FD11-4B97-9AF9-88859201E6B5}" srcId="{829A20F9-0FEA-46FA-ACD1-9B6E76AB5A95}" destId="{FDD99FF0-CCA0-47E1-B24E-2459841A346D}" srcOrd="0" destOrd="0" parTransId="{3E32CEAB-6E95-4754-815F-38856451E6B6}" sibTransId="{831192A7-2642-4A8B-9926-EDCCEFBFBDB8}"/>
    <dgm:cxn modelId="{FAFF05D6-5408-45A8-BD43-73BEAC47D848}" type="presOf" srcId="{93E47846-C70B-4BE4-A418-FB4DAEB314D1}" destId="{213D7B2B-3DD6-4C41-BCC3-40086663AC59}" srcOrd="0" destOrd="0" presId="urn:microsoft.com/office/officeart/2005/8/layout/cycle6"/>
    <dgm:cxn modelId="{BF1E9446-BA61-4EE1-95F3-61A4C85A17F1}" type="presParOf" srcId="{9055B683-92EC-4319-A678-A47F0E9384C0}" destId="{30E6786E-7513-4954-9375-9A6A5334878A}" srcOrd="0" destOrd="0" presId="urn:microsoft.com/office/officeart/2005/8/layout/cycle6"/>
    <dgm:cxn modelId="{76880F28-14EE-4E97-A87C-E21557D0CAAB}" type="presParOf" srcId="{9055B683-92EC-4319-A678-A47F0E9384C0}" destId="{9389F8DB-66D1-4B02-96B6-A513EBA1ECDE}" srcOrd="1" destOrd="0" presId="urn:microsoft.com/office/officeart/2005/8/layout/cycle6"/>
    <dgm:cxn modelId="{7FD32E88-3A77-40D3-8B6A-217DC6613207}" type="presParOf" srcId="{9055B683-92EC-4319-A678-A47F0E9384C0}" destId="{74BF38C0-52E7-4742-92F2-8EFD74682231}" srcOrd="2" destOrd="0" presId="urn:microsoft.com/office/officeart/2005/8/layout/cycle6"/>
    <dgm:cxn modelId="{3322A030-DB95-4DE4-9C85-E9296D8EC683}" type="presParOf" srcId="{9055B683-92EC-4319-A678-A47F0E9384C0}" destId="{213D7B2B-3DD6-4C41-BCC3-40086663AC59}" srcOrd="3" destOrd="0" presId="urn:microsoft.com/office/officeart/2005/8/layout/cycle6"/>
    <dgm:cxn modelId="{965CA0A1-345B-493A-9B74-4BCF2059A40B}" type="presParOf" srcId="{9055B683-92EC-4319-A678-A47F0E9384C0}" destId="{3655B847-7E65-4E3A-B4D6-88ECB2349998}" srcOrd="4" destOrd="0" presId="urn:microsoft.com/office/officeart/2005/8/layout/cycle6"/>
    <dgm:cxn modelId="{B7D84B80-385F-45F8-9117-946B38410F7D}" type="presParOf" srcId="{9055B683-92EC-4319-A678-A47F0E9384C0}" destId="{A28A6251-61CB-4D68-9DDB-D996042D57D4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CE693A5-FC57-47B7-9033-87B505E904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02B60-A26A-4F87-9930-26724BAB295D}">
      <dgm:prSet/>
      <dgm:spPr/>
      <dgm:t>
        <a:bodyPr/>
        <a:lstStyle/>
        <a:p>
          <a:r>
            <a:rPr lang="pl-PL" b="0" i="0"/>
            <a:t>Studenci i uczniowie</a:t>
          </a:r>
          <a:endParaRPr lang="en-US"/>
        </a:p>
      </dgm:t>
    </dgm:pt>
    <dgm:pt modelId="{30B52A79-05C7-45F0-BD54-4106AAC2227D}" type="parTrans" cxnId="{21B48210-6255-498E-AD1A-1197BED571CB}">
      <dgm:prSet/>
      <dgm:spPr/>
      <dgm:t>
        <a:bodyPr/>
        <a:lstStyle/>
        <a:p>
          <a:endParaRPr lang="en-US"/>
        </a:p>
      </dgm:t>
    </dgm:pt>
    <dgm:pt modelId="{6E642938-B0D0-4D38-BC73-278748BA4CFC}" type="sibTrans" cxnId="{21B48210-6255-498E-AD1A-1197BED571CB}">
      <dgm:prSet/>
      <dgm:spPr/>
      <dgm:t>
        <a:bodyPr/>
        <a:lstStyle/>
        <a:p>
          <a:endParaRPr lang="en-US"/>
        </a:p>
      </dgm:t>
    </dgm:pt>
    <dgm:pt modelId="{E3485635-A001-4DD5-BFF6-D09539604693}">
      <dgm:prSet/>
      <dgm:spPr/>
      <dgm:t>
        <a:bodyPr/>
        <a:lstStyle/>
        <a:p>
          <a:r>
            <a:rPr lang="pl-PL" b="0" i="0" dirty="0"/>
            <a:t>Samoucy</a:t>
          </a:r>
          <a:endParaRPr lang="en-US" dirty="0"/>
        </a:p>
      </dgm:t>
    </dgm:pt>
    <dgm:pt modelId="{3FF45E67-FAC8-4306-9DE1-53DE1B2BE16A}" type="parTrans" cxnId="{1D4CCC8E-CEF0-4CDE-BB63-BF388BFBFBF6}">
      <dgm:prSet/>
      <dgm:spPr/>
      <dgm:t>
        <a:bodyPr/>
        <a:lstStyle/>
        <a:p>
          <a:endParaRPr lang="en-US"/>
        </a:p>
      </dgm:t>
    </dgm:pt>
    <dgm:pt modelId="{D4C4B908-CEA5-4B77-BD6B-8FF570FAF1F4}" type="sibTrans" cxnId="{1D4CCC8E-CEF0-4CDE-BB63-BF388BFBFBF6}">
      <dgm:prSet/>
      <dgm:spPr/>
      <dgm:t>
        <a:bodyPr/>
        <a:lstStyle/>
        <a:p>
          <a:endParaRPr lang="en-US"/>
        </a:p>
      </dgm:t>
    </dgm:pt>
    <dgm:pt modelId="{2DEC202A-9AAD-403A-A02C-74622DCEE189}">
      <dgm:prSet/>
      <dgm:spPr/>
      <dgm:t>
        <a:bodyPr/>
        <a:lstStyle/>
        <a:p>
          <a:r>
            <a:rPr lang="pl-PL" b="0" i="0" dirty="0"/>
            <a:t>Instytucje edukacyjne</a:t>
          </a:r>
          <a:endParaRPr lang="en-US" dirty="0"/>
        </a:p>
      </dgm:t>
    </dgm:pt>
    <dgm:pt modelId="{4287A720-9170-431D-ADFC-BC16400C0A66}" type="parTrans" cxnId="{411AFCEA-D15C-428D-BFBA-CE0C8FC0FFF8}">
      <dgm:prSet/>
      <dgm:spPr/>
      <dgm:t>
        <a:bodyPr/>
        <a:lstStyle/>
        <a:p>
          <a:endParaRPr lang="en-US"/>
        </a:p>
      </dgm:t>
    </dgm:pt>
    <dgm:pt modelId="{D8BB940B-B4D3-4F6E-A15E-26123C5D101B}" type="sibTrans" cxnId="{411AFCEA-D15C-428D-BFBA-CE0C8FC0FFF8}">
      <dgm:prSet/>
      <dgm:spPr/>
      <dgm:t>
        <a:bodyPr/>
        <a:lstStyle/>
        <a:p>
          <a:endParaRPr lang="en-US"/>
        </a:p>
      </dgm:t>
    </dgm:pt>
    <dgm:pt modelId="{A74D5FB5-28B9-4622-B6EF-5C25A0B6BE47}">
      <dgm:prSet/>
      <dgm:spPr/>
      <dgm:t>
        <a:bodyPr/>
        <a:lstStyle/>
        <a:p>
          <a:r>
            <a:rPr lang="pl-PL"/>
            <a:t>Firmy</a:t>
          </a:r>
          <a:endParaRPr lang="en-US"/>
        </a:p>
      </dgm:t>
    </dgm:pt>
    <dgm:pt modelId="{8A5B76BB-032B-4396-A6B3-2B10493E8C07}" type="parTrans" cxnId="{2988742A-0156-40A3-AA9C-3080410ED99C}">
      <dgm:prSet/>
      <dgm:spPr/>
      <dgm:t>
        <a:bodyPr/>
        <a:lstStyle/>
        <a:p>
          <a:endParaRPr lang="en-US"/>
        </a:p>
      </dgm:t>
    </dgm:pt>
    <dgm:pt modelId="{68002D88-7730-4360-B7E9-F17AE72C5E9E}" type="sibTrans" cxnId="{2988742A-0156-40A3-AA9C-3080410ED99C}">
      <dgm:prSet/>
      <dgm:spPr/>
      <dgm:t>
        <a:bodyPr/>
        <a:lstStyle/>
        <a:p>
          <a:endParaRPr lang="en-US"/>
        </a:p>
      </dgm:t>
    </dgm:pt>
    <dgm:pt modelId="{DCE3A432-9AAA-4743-A759-EA4415BFAF62}" type="pres">
      <dgm:prSet presAssocID="{7CE693A5-FC57-47B7-9033-87B505E904CF}" presName="linear" presStyleCnt="0">
        <dgm:presLayoutVars>
          <dgm:animLvl val="lvl"/>
          <dgm:resizeHandles val="exact"/>
        </dgm:presLayoutVars>
      </dgm:prSet>
      <dgm:spPr/>
    </dgm:pt>
    <dgm:pt modelId="{4431ACF2-807C-40D6-A701-3D80BC49C944}" type="pres">
      <dgm:prSet presAssocID="{8A602B60-A26A-4F87-9930-26724BAB29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0A73E7D-CF44-4E38-B070-453C5E715941}" type="pres">
      <dgm:prSet presAssocID="{6E642938-B0D0-4D38-BC73-278748BA4CFC}" presName="spacer" presStyleCnt="0"/>
      <dgm:spPr/>
    </dgm:pt>
    <dgm:pt modelId="{972A34A3-5B98-4DAB-B364-ADD4E06ED6D8}" type="pres">
      <dgm:prSet presAssocID="{E3485635-A001-4DD5-BFF6-D095396046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8B1E70A-E71D-43AA-B1B3-A36FAEBCE492}" type="pres">
      <dgm:prSet presAssocID="{D4C4B908-CEA5-4B77-BD6B-8FF570FAF1F4}" presName="spacer" presStyleCnt="0"/>
      <dgm:spPr/>
    </dgm:pt>
    <dgm:pt modelId="{78E02624-C437-487D-8F4B-6A56FFDC89D3}" type="pres">
      <dgm:prSet presAssocID="{2DEC202A-9AAD-403A-A02C-74622DCEE1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390E7A-81C8-420C-A84A-BC198351B06B}" type="pres">
      <dgm:prSet presAssocID="{D8BB940B-B4D3-4F6E-A15E-26123C5D101B}" presName="spacer" presStyleCnt="0"/>
      <dgm:spPr/>
    </dgm:pt>
    <dgm:pt modelId="{F029CF15-4883-42F4-B60C-6B2E17077B0B}" type="pres">
      <dgm:prSet presAssocID="{A74D5FB5-28B9-4622-B6EF-5C25A0B6BE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89B8208-AE14-466E-B18D-B1ACA4E498AB}" type="presOf" srcId="{7CE693A5-FC57-47B7-9033-87B505E904CF}" destId="{DCE3A432-9AAA-4743-A759-EA4415BFAF62}" srcOrd="0" destOrd="0" presId="urn:microsoft.com/office/officeart/2005/8/layout/vList2"/>
    <dgm:cxn modelId="{21B48210-6255-498E-AD1A-1197BED571CB}" srcId="{7CE693A5-FC57-47B7-9033-87B505E904CF}" destId="{8A602B60-A26A-4F87-9930-26724BAB295D}" srcOrd="0" destOrd="0" parTransId="{30B52A79-05C7-45F0-BD54-4106AAC2227D}" sibTransId="{6E642938-B0D0-4D38-BC73-278748BA4CFC}"/>
    <dgm:cxn modelId="{2988742A-0156-40A3-AA9C-3080410ED99C}" srcId="{7CE693A5-FC57-47B7-9033-87B505E904CF}" destId="{A74D5FB5-28B9-4622-B6EF-5C25A0B6BE47}" srcOrd="3" destOrd="0" parTransId="{8A5B76BB-032B-4396-A6B3-2B10493E8C07}" sibTransId="{68002D88-7730-4360-B7E9-F17AE72C5E9E}"/>
    <dgm:cxn modelId="{FB267A6B-A266-4FEF-BC18-99BA63AE0B75}" type="presOf" srcId="{8A602B60-A26A-4F87-9930-26724BAB295D}" destId="{4431ACF2-807C-40D6-A701-3D80BC49C944}" srcOrd="0" destOrd="0" presId="urn:microsoft.com/office/officeart/2005/8/layout/vList2"/>
    <dgm:cxn modelId="{45D29F83-DEC8-42DB-AFFA-21AE593D17FE}" type="presOf" srcId="{E3485635-A001-4DD5-BFF6-D09539604693}" destId="{972A34A3-5B98-4DAB-B364-ADD4E06ED6D8}" srcOrd="0" destOrd="0" presId="urn:microsoft.com/office/officeart/2005/8/layout/vList2"/>
    <dgm:cxn modelId="{1D4CCC8E-CEF0-4CDE-BB63-BF388BFBFBF6}" srcId="{7CE693A5-FC57-47B7-9033-87B505E904CF}" destId="{E3485635-A001-4DD5-BFF6-D09539604693}" srcOrd="1" destOrd="0" parTransId="{3FF45E67-FAC8-4306-9DE1-53DE1B2BE16A}" sibTransId="{D4C4B908-CEA5-4B77-BD6B-8FF570FAF1F4}"/>
    <dgm:cxn modelId="{646DBC91-D36F-4F47-8D6E-7CB424B875DB}" type="presOf" srcId="{A74D5FB5-28B9-4622-B6EF-5C25A0B6BE47}" destId="{F029CF15-4883-42F4-B60C-6B2E17077B0B}" srcOrd="0" destOrd="0" presId="urn:microsoft.com/office/officeart/2005/8/layout/vList2"/>
    <dgm:cxn modelId="{BEAD45D9-75B2-4847-9B87-0E2F545FBA02}" type="presOf" srcId="{2DEC202A-9AAD-403A-A02C-74622DCEE189}" destId="{78E02624-C437-487D-8F4B-6A56FFDC89D3}" srcOrd="0" destOrd="0" presId="urn:microsoft.com/office/officeart/2005/8/layout/vList2"/>
    <dgm:cxn modelId="{411AFCEA-D15C-428D-BFBA-CE0C8FC0FFF8}" srcId="{7CE693A5-FC57-47B7-9033-87B505E904CF}" destId="{2DEC202A-9AAD-403A-A02C-74622DCEE189}" srcOrd="2" destOrd="0" parTransId="{4287A720-9170-431D-ADFC-BC16400C0A66}" sibTransId="{D8BB940B-B4D3-4F6E-A15E-26123C5D101B}"/>
    <dgm:cxn modelId="{7EB402A9-BFA9-4E8D-B6D3-029F32B363CE}" type="presParOf" srcId="{DCE3A432-9AAA-4743-A759-EA4415BFAF62}" destId="{4431ACF2-807C-40D6-A701-3D80BC49C944}" srcOrd="0" destOrd="0" presId="urn:microsoft.com/office/officeart/2005/8/layout/vList2"/>
    <dgm:cxn modelId="{43A697EB-3CBD-4812-9276-C2D7F10607EF}" type="presParOf" srcId="{DCE3A432-9AAA-4743-A759-EA4415BFAF62}" destId="{10A73E7D-CF44-4E38-B070-453C5E715941}" srcOrd="1" destOrd="0" presId="urn:microsoft.com/office/officeart/2005/8/layout/vList2"/>
    <dgm:cxn modelId="{7792C2E2-BF39-43DF-A686-9EE54C561F29}" type="presParOf" srcId="{DCE3A432-9AAA-4743-A759-EA4415BFAF62}" destId="{972A34A3-5B98-4DAB-B364-ADD4E06ED6D8}" srcOrd="2" destOrd="0" presId="urn:microsoft.com/office/officeart/2005/8/layout/vList2"/>
    <dgm:cxn modelId="{F3DD7FDF-41EF-4103-8D57-57D75025276A}" type="presParOf" srcId="{DCE3A432-9AAA-4743-A759-EA4415BFAF62}" destId="{68B1E70A-E71D-43AA-B1B3-A36FAEBCE492}" srcOrd="3" destOrd="0" presId="urn:microsoft.com/office/officeart/2005/8/layout/vList2"/>
    <dgm:cxn modelId="{A7E86E7E-FF25-4667-8349-C9B4FCC68E1E}" type="presParOf" srcId="{DCE3A432-9AAA-4743-A759-EA4415BFAF62}" destId="{78E02624-C437-487D-8F4B-6A56FFDC89D3}" srcOrd="4" destOrd="0" presId="urn:microsoft.com/office/officeart/2005/8/layout/vList2"/>
    <dgm:cxn modelId="{4EE7D9BF-8CD3-41F7-9420-E49FBBDED9D5}" type="presParOf" srcId="{DCE3A432-9AAA-4743-A759-EA4415BFAF62}" destId="{F8390E7A-81C8-420C-A84A-BC198351B06B}" srcOrd="5" destOrd="0" presId="urn:microsoft.com/office/officeart/2005/8/layout/vList2"/>
    <dgm:cxn modelId="{3EA26274-CCC0-43B7-87EF-BF48DEDBD66C}" type="presParOf" srcId="{DCE3A432-9AAA-4743-A759-EA4415BFAF62}" destId="{F029CF15-4883-42F4-B60C-6B2E17077B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F2FE0-E1A4-42A7-AC04-2B68C96DBB63}">
      <dsp:nvSpPr>
        <dsp:cNvPr id="0" name=""/>
        <dsp:cNvSpPr/>
      </dsp:nvSpPr>
      <dsp:spPr>
        <a:xfrm>
          <a:off x="145638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1AD07-D5CB-4958-B537-74097C6D61E8}">
      <dsp:nvSpPr>
        <dsp:cNvPr id="0" name=""/>
        <dsp:cNvSpPr/>
      </dsp:nvSpPr>
      <dsp:spPr>
        <a:xfrm>
          <a:off x="313034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820C7-8592-4868-B4A2-2B1D998941BD}">
      <dsp:nvSpPr>
        <dsp:cNvPr id="0" name=""/>
        <dsp:cNvSpPr/>
      </dsp:nvSpPr>
      <dsp:spPr>
        <a:xfrm>
          <a:off x="1113576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Dodawanie, edytowanie oraz usuwanie fiszek</a:t>
          </a:r>
          <a:endParaRPr lang="en-US" sz="1700" kern="1200"/>
        </a:p>
      </dsp:txBody>
      <dsp:txXfrm>
        <a:off x="1113576" y="1564513"/>
        <a:ext cx="1878938" cy="797125"/>
      </dsp:txXfrm>
    </dsp:sp>
    <dsp:sp modelId="{F3EADEC5-ABB4-4CFC-8E9F-755C1141C16A}">
      <dsp:nvSpPr>
        <dsp:cNvPr id="0" name=""/>
        <dsp:cNvSpPr/>
      </dsp:nvSpPr>
      <dsp:spPr>
        <a:xfrm>
          <a:off x="3319906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673A3-B99B-4CF4-8BE2-D45A1BD7E0CF}">
      <dsp:nvSpPr>
        <dsp:cNvPr id="0" name=""/>
        <dsp:cNvSpPr/>
      </dsp:nvSpPr>
      <dsp:spPr>
        <a:xfrm>
          <a:off x="3487302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C64E4-FC56-43F1-8EBD-06510887E7A9}">
      <dsp:nvSpPr>
        <dsp:cNvPr id="0" name=""/>
        <dsp:cNvSpPr/>
      </dsp:nvSpPr>
      <dsp:spPr>
        <a:xfrm>
          <a:off x="4287844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Kategoryzacja fiszek</a:t>
          </a:r>
          <a:endParaRPr lang="en-US" sz="1700" kern="1200"/>
        </a:p>
      </dsp:txBody>
      <dsp:txXfrm>
        <a:off x="4287844" y="1564513"/>
        <a:ext cx="1878938" cy="797125"/>
      </dsp:txXfrm>
    </dsp:sp>
    <dsp:sp modelId="{2AEA76BE-42D3-48E8-97FA-DD5A8B5EB331}">
      <dsp:nvSpPr>
        <dsp:cNvPr id="0" name=""/>
        <dsp:cNvSpPr/>
      </dsp:nvSpPr>
      <dsp:spPr>
        <a:xfrm>
          <a:off x="6494174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7001-2790-49B1-8D86-ED617E2C5FDC}">
      <dsp:nvSpPr>
        <dsp:cNvPr id="0" name=""/>
        <dsp:cNvSpPr/>
      </dsp:nvSpPr>
      <dsp:spPr>
        <a:xfrm>
          <a:off x="6661570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55FE3-3CED-4D88-9CA8-6547680D215F}">
      <dsp:nvSpPr>
        <dsp:cNvPr id="0" name=""/>
        <dsp:cNvSpPr/>
      </dsp:nvSpPr>
      <dsp:spPr>
        <a:xfrm>
          <a:off x="7462112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Operacje na kategoriach</a:t>
          </a:r>
          <a:endParaRPr lang="en-US" sz="1700" kern="1200"/>
        </a:p>
      </dsp:txBody>
      <dsp:txXfrm>
        <a:off x="7462112" y="1564513"/>
        <a:ext cx="1878938" cy="7971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F2FE0-E1A4-42A7-AC04-2B68C96DBB63}">
      <dsp:nvSpPr>
        <dsp:cNvPr id="0" name=""/>
        <dsp:cNvSpPr/>
      </dsp:nvSpPr>
      <dsp:spPr>
        <a:xfrm>
          <a:off x="145638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1AD07-D5CB-4958-B537-74097C6D61E8}">
      <dsp:nvSpPr>
        <dsp:cNvPr id="0" name=""/>
        <dsp:cNvSpPr/>
      </dsp:nvSpPr>
      <dsp:spPr>
        <a:xfrm>
          <a:off x="313034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820C7-8592-4868-B4A2-2B1D998941BD}">
      <dsp:nvSpPr>
        <dsp:cNvPr id="0" name=""/>
        <dsp:cNvSpPr/>
      </dsp:nvSpPr>
      <dsp:spPr>
        <a:xfrm>
          <a:off x="1113576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Wybór sposobu uczenia się</a:t>
          </a:r>
          <a:endParaRPr lang="en-US" sz="1700" kern="1200" dirty="0"/>
        </a:p>
      </dsp:txBody>
      <dsp:txXfrm>
        <a:off x="1113576" y="1564513"/>
        <a:ext cx="1878938" cy="797125"/>
      </dsp:txXfrm>
    </dsp:sp>
    <dsp:sp modelId="{F3EADEC5-ABB4-4CFC-8E9F-755C1141C16A}">
      <dsp:nvSpPr>
        <dsp:cNvPr id="0" name=""/>
        <dsp:cNvSpPr/>
      </dsp:nvSpPr>
      <dsp:spPr>
        <a:xfrm>
          <a:off x="3319906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673A3-B99B-4CF4-8BE2-D45A1BD7E0CF}">
      <dsp:nvSpPr>
        <dsp:cNvPr id="0" name=""/>
        <dsp:cNvSpPr/>
      </dsp:nvSpPr>
      <dsp:spPr>
        <a:xfrm>
          <a:off x="3487302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C64E4-FC56-43F1-8EBD-06510887E7A9}">
      <dsp:nvSpPr>
        <dsp:cNvPr id="0" name=""/>
        <dsp:cNvSpPr/>
      </dsp:nvSpPr>
      <dsp:spPr>
        <a:xfrm>
          <a:off x="4287844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Powtarzanie fiszek</a:t>
          </a:r>
          <a:endParaRPr lang="en-US" sz="1700" kern="1200" dirty="0"/>
        </a:p>
      </dsp:txBody>
      <dsp:txXfrm>
        <a:off x="4287844" y="1564513"/>
        <a:ext cx="1878938" cy="797125"/>
      </dsp:txXfrm>
    </dsp:sp>
    <dsp:sp modelId="{2AEA76BE-42D3-48E8-97FA-DD5A8B5EB331}">
      <dsp:nvSpPr>
        <dsp:cNvPr id="0" name=""/>
        <dsp:cNvSpPr/>
      </dsp:nvSpPr>
      <dsp:spPr>
        <a:xfrm>
          <a:off x="6494174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7001-2790-49B1-8D86-ED617E2C5FDC}">
      <dsp:nvSpPr>
        <dsp:cNvPr id="0" name=""/>
        <dsp:cNvSpPr/>
      </dsp:nvSpPr>
      <dsp:spPr>
        <a:xfrm>
          <a:off x="6661570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55FE3-3CED-4D88-9CA8-6547680D215F}">
      <dsp:nvSpPr>
        <dsp:cNvPr id="0" name=""/>
        <dsp:cNvSpPr/>
      </dsp:nvSpPr>
      <dsp:spPr>
        <a:xfrm>
          <a:off x="7462112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Statystyki postępów w nauce</a:t>
          </a:r>
          <a:endParaRPr lang="en-US" sz="1700" kern="1200" dirty="0"/>
        </a:p>
      </dsp:txBody>
      <dsp:txXfrm>
        <a:off x="7462112" y="1564513"/>
        <a:ext cx="1878938" cy="7971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F2FE0-E1A4-42A7-AC04-2B68C96DBB63}">
      <dsp:nvSpPr>
        <dsp:cNvPr id="0" name=""/>
        <dsp:cNvSpPr/>
      </dsp:nvSpPr>
      <dsp:spPr>
        <a:xfrm>
          <a:off x="145638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1AD07-D5CB-4958-B537-74097C6D61E8}">
      <dsp:nvSpPr>
        <dsp:cNvPr id="0" name=""/>
        <dsp:cNvSpPr/>
      </dsp:nvSpPr>
      <dsp:spPr>
        <a:xfrm>
          <a:off x="313034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820C7-8592-4868-B4A2-2B1D998941BD}">
      <dsp:nvSpPr>
        <dsp:cNvPr id="0" name=""/>
        <dsp:cNvSpPr/>
      </dsp:nvSpPr>
      <dsp:spPr>
        <a:xfrm>
          <a:off x="1113576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Indywidualny plan nauki</a:t>
          </a:r>
          <a:endParaRPr lang="en-US" sz="2000" kern="1200" dirty="0"/>
        </a:p>
      </dsp:txBody>
      <dsp:txXfrm>
        <a:off x="1113576" y="1564513"/>
        <a:ext cx="1878938" cy="797125"/>
      </dsp:txXfrm>
    </dsp:sp>
    <dsp:sp modelId="{F3EADEC5-ABB4-4CFC-8E9F-755C1141C16A}">
      <dsp:nvSpPr>
        <dsp:cNvPr id="0" name=""/>
        <dsp:cNvSpPr/>
      </dsp:nvSpPr>
      <dsp:spPr>
        <a:xfrm>
          <a:off x="3319906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673A3-B99B-4CF4-8BE2-D45A1BD7E0CF}">
      <dsp:nvSpPr>
        <dsp:cNvPr id="0" name=""/>
        <dsp:cNvSpPr/>
      </dsp:nvSpPr>
      <dsp:spPr>
        <a:xfrm>
          <a:off x="3487302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C64E4-FC56-43F1-8EBD-06510887E7A9}">
      <dsp:nvSpPr>
        <dsp:cNvPr id="0" name=""/>
        <dsp:cNvSpPr/>
      </dsp:nvSpPr>
      <dsp:spPr>
        <a:xfrm>
          <a:off x="4297671" y="1761164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Import, eksport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4297671" y="1761164"/>
        <a:ext cx="1878938" cy="797125"/>
      </dsp:txXfrm>
    </dsp:sp>
    <dsp:sp modelId="{2AEA76BE-42D3-48E8-97FA-DD5A8B5EB331}">
      <dsp:nvSpPr>
        <dsp:cNvPr id="0" name=""/>
        <dsp:cNvSpPr/>
      </dsp:nvSpPr>
      <dsp:spPr>
        <a:xfrm>
          <a:off x="6494174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7001-2790-49B1-8D86-ED617E2C5FDC}">
      <dsp:nvSpPr>
        <dsp:cNvPr id="0" name=""/>
        <dsp:cNvSpPr/>
      </dsp:nvSpPr>
      <dsp:spPr>
        <a:xfrm>
          <a:off x="6661570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55FE3-3CED-4D88-9CA8-6547680D215F}">
      <dsp:nvSpPr>
        <dsp:cNvPr id="0" name=""/>
        <dsp:cNvSpPr/>
      </dsp:nvSpPr>
      <dsp:spPr>
        <a:xfrm>
          <a:off x="7462112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Intuicyjny GUI</a:t>
          </a:r>
          <a:endParaRPr lang="en-US" sz="2000" kern="1200" dirty="0"/>
        </a:p>
      </dsp:txBody>
      <dsp:txXfrm>
        <a:off x="7462112" y="1564513"/>
        <a:ext cx="1878938" cy="7971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F2FE0-E1A4-42A7-AC04-2B68C96DBB63}">
      <dsp:nvSpPr>
        <dsp:cNvPr id="0" name=""/>
        <dsp:cNvSpPr/>
      </dsp:nvSpPr>
      <dsp:spPr>
        <a:xfrm>
          <a:off x="145638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1AD07-D5CB-4958-B537-74097C6D61E8}">
      <dsp:nvSpPr>
        <dsp:cNvPr id="0" name=""/>
        <dsp:cNvSpPr/>
      </dsp:nvSpPr>
      <dsp:spPr>
        <a:xfrm>
          <a:off x="313034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820C7-8592-4868-B4A2-2B1D998941BD}">
      <dsp:nvSpPr>
        <dsp:cNvPr id="0" name=""/>
        <dsp:cNvSpPr/>
      </dsp:nvSpPr>
      <dsp:spPr>
        <a:xfrm>
          <a:off x="1113576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Powiadomienia zachęcające do nauki</a:t>
          </a:r>
          <a:endParaRPr lang="en-US" sz="1700" kern="1200" dirty="0"/>
        </a:p>
      </dsp:txBody>
      <dsp:txXfrm>
        <a:off x="1113576" y="1564513"/>
        <a:ext cx="1878938" cy="797125"/>
      </dsp:txXfrm>
    </dsp:sp>
    <dsp:sp modelId="{F3EADEC5-ABB4-4CFC-8E9F-755C1141C16A}">
      <dsp:nvSpPr>
        <dsp:cNvPr id="0" name=""/>
        <dsp:cNvSpPr/>
      </dsp:nvSpPr>
      <dsp:spPr>
        <a:xfrm>
          <a:off x="3319906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673A3-B99B-4CF4-8BE2-D45A1BD7E0CF}">
      <dsp:nvSpPr>
        <dsp:cNvPr id="0" name=""/>
        <dsp:cNvSpPr/>
      </dsp:nvSpPr>
      <dsp:spPr>
        <a:xfrm>
          <a:off x="3487302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C64E4-FC56-43F1-8EBD-06510887E7A9}">
      <dsp:nvSpPr>
        <dsp:cNvPr id="0" name=""/>
        <dsp:cNvSpPr/>
      </dsp:nvSpPr>
      <dsp:spPr>
        <a:xfrm>
          <a:off x="4287844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Dostosowywanie quizów</a:t>
          </a:r>
          <a:endParaRPr lang="en-US" sz="1700" kern="1200" dirty="0"/>
        </a:p>
      </dsp:txBody>
      <dsp:txXfrm>
        <a:off x="4287844" y="1564513"/>
        <a:ext cx="1878938" cy="797125"/>
      </dsp:txXfrm>
    </dsp:sp>
    <dsp:sp modelId="{2AEA76BE-42D3-48E8-97FA-DD5A8B5EB331}">
      <dsp:nvSpPr>
        <dsp:cNvPr id="0" name=""/>
        <dsp:cNvSpPr/>
      </dsp:nvSpPr>
      <dsp:spPr>
        <a:xfrm>
          <a:off x="6494174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7001-2790-49B1-8D86-ED617E2C5FDC}">
      <dsp:nvSpPr>
        <dsp:cNvPr id="0" name=""/>
        <dsp:cNvSpPr/>
      </dsp:nvSpPr>
      <dsp:spPr>
        <a:xfrm>
          <a:off x="6661570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55FE3-3CED-4D88-9CA8-6547680D215F}">
      <dsp:nvSpPr>
        <dsp:cNvPr id="0" name=""/>
        <dsp:cNvSpPr/>
      </dsp:nvSpPr>
      <dsp:spPr>
        <a:xfrm>
          <a:off x="7462112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Interaktywne funkcje fiszek</a:t>
          </a:r>
          <a:endParaRPr lang="en-US" sz="1700" kern="1200" dirty="0"/>
        </a:p>
      </dsp:txBody>
      <dsp:txXfrm>
        <a:off x="7462112" y="1564513"/>
        <a:ext cx="1878938" cy="7971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F2FE0-E1A4-42A7-AC04-2B68C96DBB63}">
      <dsp:nvSpPr>
        <dsp:cNvPr id="0" name=""/>
        <dsp:cNvSpPr/>
      </dsp:nvSpPr>
      <dsp:spPr>
        <a:xfrm>
          <a:off x="145638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1AD07-D5CB-4958-B537-74097C6D61E8}">
      <dsp:nvSpPr>
        <dsp:cNvPr id="0" name=""/>
        <dsp:cNvSpPr/>
      </dsp:nvSpPr>
      <dsp:spPr>
        <a:xfrm>
          <a:off x="313034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820C7-8592-4868-B4A2-2B1D998941BD}">
      <dsp:nvSpPr>
        <dsp:cNvPr id="0" name=""/>
        <dsp:cNvSpPr/>
      </dsp:nvSpPr>
      <dsp:spPr>
        <a:xfrm>
          <a:off x="1113576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dirty="0"/>
            <a:t>Tryb grywalizacji</a:t>
          </a:r>
          <a:endParaRPr lang="en-US" sz="2200" kern="1200" dirty="0"/>
        </a:p>
      </dsp:txBody>
      <dsp:txXfrm>
        <a:off x="1113576" y="1564513"/>
        <a:ext cx="1878938" cy="797125"/>
      </dsp:txXfrm>
    </dsp:sp>
    <dsp:sp modelId="{F3EADEC5-ABB4-4CFC-8E9F-755C1141C16A}">
      <dsp:nvSpPr>
        <dsp:cNvPr id="0" name=""/>
        <dsp:cNvSpPr/>
      </dsp:nvSpPr>
      <dsp:spPr>
        <a:xfrm>
          <a:off x="3319906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673A3-B99B-4CF4-8BE2-D45A1BD7E0CF}">
      <dsp:nvSpPr>
        <dsp:cNvPr id="0" name=""/>
        <dsp:cNvSpPr/>
      </dsp:nvSpPr>
      <dsp:spPr>
        <a:xfrm>
          <a:off x="3487302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C64E4-FC56-43F1-8EBD-06510887E7A9}">
      <dsp:nvSpPr>
        <dsp:cNvPr id="0" name=""/>
        <dsp:cNvSpPr/>
      </dsp:nvSpPr>
      <dsp:spPr>
        <a:xfrm>
          <a:off x="4287844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dirty="0"/>
            <a:t>Personalizacja interfejsu</a:t>
          </a:r>
          <a:endParaRPr lang="en-US" sz="2200" kern="1200" dirty="0"/>
        </a:p>
      </dsp:txBody>
      <dsp:txXfrm>
        <a:off x="4287844" y="1564513"/>
        <a:ext cx="1878938" cy="797125"/>
      </dsp:txXfrm>
    </dsp:sp>
    <dsp:sp modelId="{2AEA76BE-42D3-48E8-97FA-DD5A8B5EB331}">
      <dsp:nvSpPr>
        <dsp:cNvPr id="0" name=""/>
        <dsp:cNvSpPr/>
      </dsp:nvSpPr>
      <dsp:spPr>
        <a:xfrm>
          <a:off x="6494174" y="1564513"/>
          <a:ext cx="797125" cy="797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A7001-2790-49B1-8D86-ED617E2C5FDC}">
      <dsp:nvSpPr>
        <dsp:cNvPr id="0" name=""/>
        <dsp:cNvSpPr/>
      </dsp:nvSpPr>
      <dsp:spPr>
        <a:xfrm>
          <a:off x="6661570" y="1731909"/>
          <a:ext cx="462332" cy="4623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55FE3-3CED-4D88-9CA8-6547680D215F}">
      <dsp:nvSpPr>
        <dsp:cNvPr id="0" name=""/>
        <dsp:cNvSpPr/>
      </dsp:nvSpPr>
      <dsp:spPr>
        <a:xfrm>
          <a:off x="7462112" y="1564513"/>
          <a:ext cx="1878938" cy="797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 dirty="0"/>
            <a:t>Motto motywacyjne</a:t>
          </a:r>
          <a:endParaRPr lang="en-US" sz="2200" kern="1200" dirty="0"/>
        </a:p>
      </dsp:txBody>
      <dsp:txXfrm>
        <a:off x="7462112" y="1564513"/>
        <a:ext cx="1878938" cy="7971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561CEF-FCD8-4F6D-B51C-628C69390F44}">
      <dsp:nvSpPr>
        <dsp:cNvPr id="0" name=""/>
        <dsp:cNvSpPr/>
      </dsp:nvSpPr>
      <dsp:spPr>
        <a:xfrm>
          <a:off x="0" y="0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4BC0F-A025-41EE-86CA-A21E71E3D0A7}">
      <dsp:nvSpPr>
        <dsp:cNvPr id="0" name=""/>
        <dsp:cNvSpPr/>
      </dsp:nvSpPr>
      <dsp:spPr>
        <a:xfrm>
          <a:off x="0" y="0"/>
          <a:ext cx="9486690" cy="530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/>
            <a:t>Brak wymaganego połączenia z </a:t>
          </a:r>
          <a:r>
            <a:rPr lang="pl-PL" sz="2400" kern="1200" dirty="0" err="1"/>
            <a:t>internetem</a:t>
          </a:r>
          <a:endParaRPr lang="en-US" sz="2400" kern="1200" dirty="0"/>
        </a:p>
      </dsp:txBody>
      <dsp:txXfrm>
        <a:off x="0" y="0"/>
        <a:ext cx="9486690" cy="530327"/>
      </dsp:txXfrm>
    </dsp:sp>
    <dsp:sp modelId="{FA5A7632-DA7F-48AD-9FC8-99312C9FC5BE}">
      <dsp:nvSpPr>
        <dsp:cNvPr id="0" name=""/>
        <dsp:cNvSpPr/>
      </dsp:nvSpPr>
      <dsp:spPr>
        <a:xfrm>
          <a:off x="0" y="530327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B5C10-AC6D-4C75-A018-62DE1276CE5E}">
      <dsp:nvSpPr>
        <dsp:cNvPr id="0" name=""/>
        <dsp:cNvSpPr/>
      </dsp:nvSpPr>
      <dsp:spPr>
        <a:xfrm>
          <a:off x="0" y="530327"/>
          <a:ext cx="9486690" cy="530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Łatwość nawigacji pomiędzy interfejsami</a:t>
          </a:r>
          <a:endParaRPr lang="en-US" sz="2400" kern="1200"/>
        </a:p>
      </dsp:txBody>
      <dsp:txXfrm>
        <a:off x="0" y="530327"/>
        <a:ext cx="9486690" cy="530327"/>
      </dsp:txXfrm>
    </dsp:sp>
    <dsp:sp modelId="{EA5D5B95-873F-49FE-994B-C201EFB4F382}">
      <dsp:nvSpPr>
        <dsp:cNvPr id="0" name=""/>
        <dsp:cNvSpPr/>
      </dsp:nvSpPr>
      <dsp:spPr>
        <a:xfrm>
          <a:off x="0" y="1060655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62C2A-08B6-4D6B-926E-B597C26F1278}">
      <dsp:nvSpPr>
        <dsp:cNvPr id="0" name=""/>
        <dsp:cNvSpPr/>
      </dsp:nvSpPr>
      <dsp:spPr>
        <a:xfrm>
          <a:off x="0" y="1060655"/>
          <a:ext cx="9486690" cy="530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Bogata personalizacja wyglądu aplikacji</a:t>
          </a:r>
          <a:endParaRPr lang="en-US" sz="2400" kern="1200"/>
        </a:p>
      </dsp:txBody>
      <dsp:txXfrm>
        <a:off x="0" y="1060655"/>
        <a:ext cx="9486690" cy="530327"/>
      </dsp:txXfrm>
    </dsp:sp>
    <dsp:sp modelId="{4197BE4C-4DFE-4F09-90FF-5FDBB3F5363A}">
      <dsp:nvSpPr>
        <dsp:cNvPr id="0" name=""/>
        <dsp:cNvSpPr/>
      </dsp:nvSpPr>
      <dsp:spPr>
        <a:xfrm>
          <a:off x="0" y="1590983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03F19-A00B-46FF-BCD7-0C5ECDC2EA0A}">
      <dsp:nvSpPr>
        <dsp:cNvPr id="0" name=""/>
        <dsp:cNvSpPr/>
      </dsp:nvSpPr>
      <dsp:spPr>
        <a:xfrm>
          <a:off x="0" y="1590983"/>
          <a:ext cx="9486690" cy="530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Wsparcie dla różnych trybów nauki</a:t>
          </a:r>
          <a:endParaRPr lang="en-US" sz="2400" kern="1200"/>
        </a:p>
      </dsp:txBody>
      <dsp:txXfrm>
        <a:off x="0" y="1590983"/>
        <a:ext cx="9486690" cy="530327"/>
      </dsp:txXfrm>
    </dsp:sp>
    <dsp:sp modelId="{9DE47FE3-FC45-4686-A319-99A1197EC6CE}">
      <dsp:nvSpPr>
        <dsp:cNvPr id="0" name=""/>
        <dsp:cNvSpPr/>
      </dsp:nvSpPr>
      <dsp:spPr>
        <a:xfrm>
          <a:off x="0" y="2121311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B3E04-09A0-448B-AB48-1A0B500FCD02}">
      <dsp:nvSpPr>
        <dsp:cNvPr id="0" name=""/>
        <dsp:cNvSpPr/>
      </dsp:nvSpPr>
      <dsp:spPr>
        <a:xfrm>
          <a:off x="0" y="2121310"/>
          <a:ext cx="9486690" cy="530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Śledzenie postępów użytkownika</a:t>
          </a:r>
          <a:endParaRPr lang="en-US" sz="2400" kern="1200"/>
        </a:p>
      </dsp:txBody>
      <dsp:txXfrm>
        <a:off x="0" y="2121310"/>
        <a:ext cx="9486690" cy="530327"/>
      </dsp:txXfrm>
    </dsp:sp>
    <dsp:sp modelId="{B60C380E-98E1-40A9-BA69-FDA9B94755AA}">
      <dsp:nvSpPr>
        <dsp:cNvPr id="0" name=""/>
        <dsp:cNvSpPr/>
      </dsp:nvSpPr>
      <dsp:spPr>
        <a:xfrm>
          <a:off x="0" y="2651638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D2AC9-C304-454A-BAE8-162A0477A021}">
      <dsp:nvSpPr>
        <dsp:cNvPr id="0" name=""/>
        <dsp:cNvSpPr/>
      </dsp:nvSpPr>
      <dsp:spPr>
        <a:xfrm>
          <a:off x="0" y="2651638"/>
          <a:ext cx="9486690" cy="530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Intuicyjność edycji zestawów fiszek</a:t>
          </a:r>
          <a:endParaRPr lang="en-US" sz="2400" kern="1200"/>
        </a:p>
      </dsp:txBody>
      <dsp:txXfrm>
        <a:off x="0" y="2651638"/>
        <a:ext cx="9486690" cy="530327"/>
      </dsp:txXfrm>
    </dsp:sp>
    <dsp:sp modelId="{1EA064D7-F5CB-47D7-B631-C2FFD3B7D802}">
      <dsp:nvSpPr>
        <dsp:cNvPr id="0" name=""/>
        <dsp:cNvSpPr/>
      </dsp:nvSpPr>
      <dsp:spPr>
        <a:xfrm>
          <a:off x="0" y="3181966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621D2-4AF9-40E9-8D58-D51FF5CA1D73}">
      <dsp:nvSpPr>
        <dsp:cNvPr id="0" name=""/>
        <dsp:cNvSpPr/>
      </dsp:nvSpPr>
      <dsp:spPr>
        <a:xfrm>
          <a:off x="0" y="3181966"/>
          <a:ext cx="9486690" cy="530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Bezproblemowość wymiany fiszek pomiędzy użytkownikami</a:t>
          </a:r>
          <a:endParaRPr lang="en-US" sz="2400" kern="1200"/>
        </a:p>
      </dsp:txBody>
      <dsp:txXfrm>
        <a:off x="0" y="3181966"/>
        <a:ext cx="9486690" cy="530327"/>
      </dsp:txXfrm>
    </dsp:sp>
    <dsp:sp modelId="{8D80D007-CD3E-4ABF-A14F-99E4756CFB78}">
      <dsp:nvSpPr>
        <dsp:cNvPr id="0" name=""/>
        <dsp:cNvSpPr/>
      </dsp:nvSpPr>
      <dsp:spPr>
        <a:xfrm>
          <a:off x="0" y="3712294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8B404-9C2A-4155-BBC9-A55C99483D7F}">
      <dsp:nvSpPr>
        <dsp:cNvPr id="0" name=""/>
        <dsp:cNvSpPr/>
      </dsp:nvSpPr>
      <dsp:spPr>
        <a:xfrm>
          <a:off x="0" y="3712294"/>
          <a:ext cx="9486690" cy="530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Powiadomienia przypominające o regularnej nauce</a:t>
          </a:r>
          <a:endParaRPr lang="en-US" sz="2400" kern="1200"/>
        </a:p>
      </dsp:txBody>
      <dsp:txXfrm>
        <a:off x="0" y="3712294"/>
        <a:ext cx="9486690" cy="53032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3E93A-BE5E-40B6-9C99-D9A67FF8A091}">
      <dsp:nvSpPr>
        <dsp:cNvPr id="0" name=""/>
        <dsp:cNvSpPr/>
      </dsp:nvSpPr>
      <dsp:spPr>
        <a:xfrm>
          <a:off x="0" y="479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9920A-D182-42C8-B6BE-9D6018F28378}">
      <dsp:nvSpPr>
        <dsp:cNvPr id="0" name=""/>
        <dsp:cNvSpPr/>
      </dsp:nvSpPr>
      <dsp:spPr>
        <a:xfrm>
          <a:off x="0" y="479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tkinter</a:t>
          </a:r>
          <a:endParaRPr lang="en-US" sz="1800" kern="1200"/>
        </a:p>
      </dsp:txBody>
      <dsp:txXfrm>
        <a:off x="0" y="479"/>
        <a:ext cx="9486690" cy="392519"/>
      </dsp:txXfrm>
    </dsp:sp>
    <dsp:sp modelId="{8D62AEDD-17FE-4C39-A6F6-3EBC94B37429}">
      <dsp:nvSpPr>
        <dsp:cNvPr id="0" name=""/>
        <dsp:cNvSpPr/>
      </dsp:nvSpPr>
      <dsp:spPr>
        <a:xfrm>
          <a:off x="0" y="392998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FF7B3-E31E-4F97-A752-43503481D9DE}">
      <dsp:nvSpPr>
        <dsp:cNvPr id="0" name=""/>
        <dsp:cNvSpPr/>
      </dsp:nvSpPr>
      <dsp:spPr>
        <a:xfrm>
          <a:off x="0" y="392998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ttkthemes</a:t>
          </a:r>
          <a:endParaRPr lang="en-US" sz="1800" kern="1200"/>
        </a:p>
      </dsp:txBody>
      <dsp:txXfrm>
        <a:off x="0" y="392998"/>
        <a:ext cx="9486690" cy="392519"/>
      </dsp:txXfrm>
    </dsp:sp>
    <dsp:sp modelId="{A72DC21A-7768-42C0-871D-830B0EF40F11}">
      <dsp:nvSpPr>
        <dsp:cNvPr id="0" name=""/>
        <dsp:cNvSpPr/>
      </dsp:nvSpPr>
      <dsp:spPr>
        <a:xfrm>
          <a:off x="0" y="785517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BAA62-EE8B-42C6-ACFA-9F4463EB9844}">
      <dsp:nvSpPr>
        <dsp:cNvPr id="0" name=""/>
        <dsp:cNvSpPr/>
      </dsp:nvSpPr>
      <dsp:spPr>
        <a:xfrm>
          <a:off x="0" y="785517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os</a:t>
          </a:r>
          <a:endParaRPr lang="en-US" sz="1800" kern="1200"/>
        </a:p>
      </dsp:txBody>
      <dsp:txXfrm>
        <a:off x="0" y="785517"/>
        <a:ext cx="9486690" cy="392519"/>
      </dsp:txXfrm>
    </dsp:sp>
    <dsp:sp modelId="{BF86DD58-33C7-46BD-9560-1F5FB41A81E1}">
      <dsp:nvSpPr>
        <dsp:cNvPr id="0" name=""/>
        <dsp:cNvSpPr/>
      </dsp:nvSpPr>
      <dsp:spPr>
        <a:xfrm>
          <a:off x="0" y="1178037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EABBA9-B36C-432B-AC63-F0CD96DFF025}">
      <dsp:nvSpPr>
        <dsp:cNvPr id="0" name=""/>
        <dsp:cNvSpPr/>
      </dsp:nvSpPr>
      <dsp:spPr>
        <a:xfrm>
          <a:off x="0" y="1178037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random</a:t>
          </a:r>
          <a:endParaRPr lang="en-US" sz="1800" kern="1200"/>
        </a:p>
      </dsp:txBody>
      <dsp:txXfrm>
        <a:off x="0" y="1178037"/>
        <a:ext cx="9486690" cy="392519"/>
      </dsp:txXfrm>
    </dsp:sp>
    <dsp:sp modelId="{E91D209E-FD31-4766-BE90-54CB9A21EEDF}">
      <dsp:nvSpPr>
        <dsp:cNvPr id="0" name=""/>
        <dsp:cNvSpPr/>
      </dsp:nvSpPr>
      <dsp:spPr>
        <a:xfrm>
          <a:off x="0" y="1570556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966A7-8586-4DCB-AF84-56A2D08FB487}">
      <dsp:nvSpPr>
        <dsp:cNvPr id="0" name=""/>
        <dsp:cNvSpPr/>
      </dsp:nvSpPr>
      <dsp:spPr>
        <a:xfrm>
          <a:off x="0" y="1570556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datetime</a:t>
          </a:r>
          <a:endParaRPr lang="en-US" sz="1800" kern="1200"/>
        </a:p>
      </dsp:txBody>
      <dsp:txXfrm>
        <a:off x="0" y="1570556"/>
        <a:ext cx="9486690" cy="392519"/>
      </dsp:txXfrm>
    </dsp:sp>
    <dsp:sp modelId="{A92C8388-6850-4FC6-A798-B6EC12A7FA03}">
      <dsp:nvSpPr>
        <dsp:cNvPr id="0" name=""/>
        <dsp:cNvSpPr/>
      </dsp:nvSpPr>
      <dsp:spPr>
        <a:xfrm>
          <a:off x="0" y="1963076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08C57-C48D-402F-8BC9-7D1268C7E8B1}">
      <dsp:nvSpPr>
        <dsp:cNvPr id="0" name=""/>
        <dsp:cNvSpPr/>
      </dsp:nvSpPr>
      <dsp:spPr>
        <a:xfrm>
          <a:off x="0" y="1963076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shutil</a:t>
          </a:r>
          <a:endParaRPr lang="en-US" sz="1800" kern="1200"/>
        </a:p>
      </dsp:txBody>
      <dsp:txXfrm>
        <a:off x="0" y="1963076"/>
        <a:ext cx="9486690" cy="392519"/>
      </dsp:txXfrm>
    </dsp:sp>
    <dsp:sp modelId="{1793C82D-6A53-49BB-A222-FAAC3695E106}">
      <dsp:nvSpPr>
        <dsp:cNvPr id="0" name=""/>
        <dsp:cNvSpPr/>
      </dsp:nvSpPr>
      <dsp:spPr>
        <a:xfrm>
          <a:off x="0" y="2355595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3BCE6-E544-4244-887D-0BFE36EE3B06}">
      <dsp:nvSpPr>
        <dsp:cNvPr id="0" name=""/>
        <dsp:cNvSpPr/>
      </dsp:nvSpPr>
      <dsp:spPr>
        <a:xfrm>
          <a:off x="0" y="2355595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PIL</a:t>
          </a:r>
          <a:endParaRPr lang="en-US" sz="1800" kern="1200"/>
        </a:p>
      </dsp:txBody>
      <dsp:txXfrm>
        <a:off x="0" y="2355595"/>
        <a:ext cx="9486690" cy="392519"/>
      </dsp:txXfrm>
    </dsp:sp>
    <dsp:sp modelId="{2131819F-F6A7-442B-9912-C5F50C4306C0}">
      <dsp:nvSpPr>
        <dsp:cNvPr id="0" name=""/>
        <dsp:cNvSpPr/>
      </dsp:nvSpPr>
      <dsp:spPr>
        <a:xfrm>
          <a:off x="0" y="2748114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073DE-D851-4A0E-AB1C-3A83B81EF456}">
      <dsp:nvSpPr>
        <dsp:cNvPr id="0" name=""/>
        <dsp:cNvSpPr/>
      </dsp:nvSpPr>
      <dsp:spPr>
        <a:xfrm>
          <a:off x="0" y="2748114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subprocess</a:t>
          </a:r>
          <a:endParaRPr lang="en-US" sz="1800" kern="1200"/>
        </a:p>
      </dsp:txBody>
      <dsp:txXfrm>
        <a:off x="0" y="2748114"/>
        <a:ext cx="9486690" cy="392519"/>
      </dsp:txXfrm>
    </dsp:sp>
    <dsp:sp modelId="{27072B2D-AC27-4EC8-B42E-E48DB0C7945F}">
      <dsp:nvSpPr>
        <dsp:cNvPr id="0" name=""/>
        <dsp:cNvSpPr/>
      </dsp:nvSpPr>
      <dsp:spPr>
        <a:xfrm>
          <a:off x="0" y="3140634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BFCE8-FF42-492C-B4B6-54EA5ADE1082}">
      <dsp:nvSpPr>
        <dsp:cNvPr id="0" name=""/>
        <dsp:cNvSpPr/>
      </dsp:nvSpPr>
      <dsp:spPr>
        <a:xfrm>
          <a:off x="0" y="3140634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sys</a:t>
          </a:r>
          <a:endParaRPr lang="en-US" sz="1800" kern="1200"/>
        </a:p>
      </dsp:txBody>
      <dsp:txXfrm>
        <a:off x="0" y="3140634"/>
        <a:ext cx="9486690" cy="392519"/>
      </dsp:txXfrm>
    </dsp:sp>
    <dsp:sp modelId="{413156B3-5EAD-42F8-BCFA-3FF8EB228869}">
      <dsp:nvSpPr>
        <dsp:cNvPr id="0" name=""/>
        <dsp:cNvSpPr/>
      </dsp:nvSpPr>
      <dsp:spPr>
        <a:xfrm>
          <a:off x="0" y="3533153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F3289-DDC1-488E-984E-A00C6E791BBF}">
      <dsp:nvSpPr>
        <dsp:cNvPr id="0" name=""/>
        <dsp:cNvSpPr/>
      </dsp:nvSpPr>
      <dsp:spPr>
        <a:xfrm>
          <a:off x="0" y="3533153"/>
          <a:ext cx="9486690" cy="392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win10toast_click</a:t>
          </a:r>
          <a:endParaRPr lang="en-US" sz="1800" kern="1200"/>
        </a:p>
      </dsp:txBody>
      <dsp:txXfrm>
        <a:off x="0" y="3533153"/>
        <a:ext cx="9486690" cy="3925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5DB6E-9E3B-43DA-A869-1CCF7686F218}">
      <dsp:nvSpPr>
        <dsp:cNvPr id="0" name=""/>
        <dsp:cNvSpPr/>
      </dsp:nvSpPr>
      <dsp:spPr>
        <a:xfrm>
          <a:off x="0" y="35916"/>
          <a:ext cx="2964656" cy="17787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 dirty="0"/>
            <a:t>Występowanie zasad SOLID</a:t>
          </a:r>
          <a:endParaRPr lang="en-US" sz="3100" kern="1200" dirty="0"/>
        </a:p>
      </dsp:txBody>
      <dsp:txXfrm>
        <a:off x="0" y="35916"/>
        <a:ext cx="2964656" cy="1778793"/>
      </dsp:txXfrm>
    </dsp:sp>
    <dsp:sp modelId="{5E096FDA-A796-44B5-865B-3EFE96B68C67}">
      <dsp:nvSpPr>
        <dsp:cNvPr id="0" name=""/>
        <dsp:cNvSpPr/>
      </dsp:nvSpPr>
      <dsp:spPr>
        <a:xfrm>
          <a:off x="3261121" y="35916"/>
          <a:ext cx="2964656" cy="17787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Użycie wzorca projektowego – fabryki</a:t>
          </a:r>
          <a:endParaRPr lang="en-US" sz="3100" kern="1200"/>
        </a:p>
      </dsp:txBody>
      <dsp:txXfrm>
        <a:off x="3261121" y="35916"/>
        <a:ext cx="2964656" cy="1778793"/>
      </dsp:txXfrm>
    </dsp:sp>
    <dsp:sp modelId="{3E4BF07A-0586-4AF4-ACD6-655818D3F1E8}">
      <dsp:nvSpPr>
        <dsp:cNvPr id="0" name=""/>
        <dsp:cNvSpPr/>
      </dsp:nvSpPr>
      <dsp:spPr>
        <a:xfrm>
          <a:off x="6522243" y="35916"/>
          <a:ext cx="2964656" cy="17787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 dirty="0"/>
            <a:t>Zastosowanie interfejsów</a:t>
          </a:r>
          <a:endParaRPr lang="en-US" sz="3100" kern="1200" dirty="0"/>
        </a:p>
      </dsp:txBody>
      <dsp:txXfrm>
        <a:off x="6522243" y="35916"/>
        <a:ext cx="2964656" cy="1778793"/>
      </dsp:txXfrm>
    </dsp:sp>
    <dsp:sp modelId="{5A610626-295E-4C79-9EC4-7D4BB96D255F}">
      <dsp:nvSpPr>
        <dsp:cNvPr id="0" name=""/>
        <dsp:cNvSpPr/>
      </dsp:nvSpPr>
      <dsp:spPr>
        <a:xfrm>
          <a:off x="1630560" y="2111176"/>
          <a:ext cx="2964656" cy="17787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Dziedziczenie</a:t>
          </a:r>
          <a:endParaRPr lang="en-US" sz="3100" kern="1200"/>
        </a:p>
      </dsp:txBody>
      <dsp:txXfrm>
        <a:off x="1630560" y="2111176"/>
        <a:ext cx="2964656" cy="1778793"/>
      </dsp:txXfrm>
    </dsp:sp>
    <dsp:sp modelId="{4E701202-7606-4751-B9C7-71897BBB60C0}">
      <dsp:nvSpPr>
        <dsp:cNvPr id="0" name=""/>
        <dsp:cNvSpPr/>
      </dsp:nvSpPr>
      <dsp:spPr>
        <a:xfrm>
          <a:off x="4891682" y="2111176"/>
          <a:ext cx="2964656" cy="177879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100" kern="1200"/>
            <a:t>Podział kodu na wiele plików</a:t>
          </a:r>
          <a:endParaRPr lang="en-US" sz="3100" kern="1200"/>
        </a:p>
      </dsp:txBody>
      <dsp:txXfrm>
        <a:off x="4891682" y="2111176"/>
        <a:ext cx="2964656" cy="177879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E6786E-7513-4954-9375-9A6A5334878A}">
      <dsp:nvSpPr>
        <dsp:cNvPr id="0" name=""/>
        <dsp:cNvSpPr/>
      </dsp:nvSpPr>
      <dsp:spPr>
        <a:xfrm>
          <a:off x="845351" y="1014806"/>
          <a:ext cx="2927112" cy="190262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300" kern="1200"/>
            <a:t>testy jednostkowe</a:t>
          </a:r>
          <a:endParaRPr lang="en-US" sz="3300" kern="1200"/>
        </a:p>
      </dsp:txBody>
      <dsp:txXfrm>
        <a:off x="938229" y="1107684"/>
        <a:ext cx="2741356" cy="1716867"/>
      </dsp:txXfrm>
    </dsp:sp>
    <dsp:sp modelId="{74BF38C0-52E7-4742-92F2-8EFD74682231}">
      <dsp:nvSpPr>
        <dsp:cNvPr id="0" name=""/>
        <dsp:cNvSpPr/>
      </dsp:nvSpPr>
      <dsp:spPr>
        <a:xfrm>
          <a:off x="2308907" y="351775"/>
          <a:ext cx="3228685" cy="3228685"/>
        </a:xfrm>
        <a:custGeom>
          <a:avLst/>
          <a:gdLst/>
          <a:ahLst/>
          <a:cxnLst/>
          <a:rect l="0" t="0" r="0" b="0"/>
          <a:pathLst>
            <a:path>
              <a:moveTo>
                <a:pt x="325618" y="642081"/>
              </a:moveTo>
              <a:arcTo wR="1614342" hR="1614342" stAng="13021935" swAng="6356130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3D7B2B-3DD6-4C41-BCC3-40086663AC59}">
      <dsp:nvSpPr>
        <dsp:cNvPr id="0" name=""/>
        <dsp:cNvSpPr/>
      </dsp:nvSpPr>
      <dsp:spPr>
        <a:xfrm>
          <a:off x="4074037" y="1014806"/>
          <a:ext cx="2927112" cy="1902623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300" kern="1200"/>
            <a:t>testy systemowe</a:t>
          </a:r>
          <a:endParaRPr lang="en-US" sz="3300" kern="1200"/>
        </a:p>
      </dsp:txBody>
      <dsp:txXfrm>
        <a:off x="4166915" y="1107684"/>
        <a:ext cx="2741356" cy="1716867"/>
      </dsp:txXfrm>
    </dsp:sp>
    <dsp:sp modelId="{A28A6251-61CB-4D68-9DDB-D996042D57D4}">
      <dsp:nvSpPr>
        <dsp:cNvPr id="0" name=""/>
        <dsp:cNvSpPr/>
      </dsp:nvSpPr>
      <dsp:spPr>
        <a:xfrm>
          <a:off x="2308907" y="351775"/>
          <a:ext cx="3228685" cy="3228685"/>
        </a:xfrm>
        <a:custGeom>
          <a:avLst/>
          <a:gdLst/>
          <a:ahLst/>
          <a:cxnLst/>
          <a:rect l="0" t="0" r="0" b="0"/>
          <a:pathLst>
            <a:path>
              <a:moveTo>
                <a:pt x="2903067" y="2586604"/>
              </a:moveTo>
              <a:arcTo wR="1614342" hR="1614342" stAng="2221935" swAng="6356130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1ACF2-807C-40D6-A701-3D80BC49C944}">
      <dsp:nvSpPr>
        <dsp:cNvPr id="0" name=""/>
        <dsp:cNvSpPr/>
      </dsp:nvSpPr>
      <dsp:spPr>
        <a:xfrm>
          <a:off x="0" y="28345"/>
          <a:ext cx="948669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b="0" i="0" kern="1200"/>
            <a:t>Studenci i uczniowie</a:t>
          </a:r>
          <a:endParaRPr lang="en-US" sz="3700" kern="1200"/>
        </a:p>
      </dsp:txBody>
      <dsp:txXfrm>
        <a:off x="43321" y="71666"/>
        <a:ext cx="9400048" cy="800803"/>
      </dsp:txXfrm>
    </dsp:sp>
    <dsp:sp modelId="{972A34A3-5B98-4DAB-B364-ADD4E06ED6D8}">
      <dsp:nvSpPr>
        <dsp:cNvPr id="0" name=""/>
        <dsp:cNvSpPr/>
      </dsp:nvSpPr>
      <dsp:spPr>
        <a:xfrm>
          <a:off x="0" y="1022351"/>
          <a:ext cx="948669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b="0" i="0" kern="1200" dirty="0"/>
            <a:t>Samoucy</a:t>
          </a:r>
          <a:endParaRPr lang="en-US" sz="3700" kern="1200" dirty="0"/>
        </a:p>
      </dsp:txBody>
      <dsp:txXfrm>
        <a:off x="43321" y="1065672"/>
        <a:ext cx="9400048" cy="800803"/>
      </dsp:txXfrm>
    </dsp:sp>
    <dsp:sp modelId="{78E02624-C437-487D-8F4B-6A56FFDC89D3}">
      <dsp:nvSpPr>
        <dsp:cNvPr id="0" name=""/>
        <dsp:cNvSpPr/>
      </dsp:nvSpPr>
      <dsp:spPr>
        <a:xfrm>
          <a:off x="0" y="2016356"/>
          <a:ext cx="948669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b="0" i="0" kern="1200" dirty="0"/>
            <a:t>Instytucje edukacyjne</a:t>
          </a:r>
          <a:endParaRPr lang="en-US" sz="3700" kern="1200" dirty="0"/>
        </a:p>
      </dsp:txBody>
      <dsp:txXfrm>
        <a:off x="43321" y="2059677"/>
        <a:ext cx="9400048" cy="800803"/>
      </dsp:txXfrm>
    </dsp:sp>
    <dsp:sp modelId="{F029CF15-4883-42F4-B60C-6B2E17077B0B}">
      <dsp:nvSpPr>
        <dsp:cNvPr id="0" name=""/>
        <dsp:cNvSpPr/>
      </dsp:nvSpPr>
      <dsp:spPr>
        <a:xfrm>
          <a:off x="0" y="3010361"/>
          <a:ext cx="948669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kern="1200"/>
            <a:t>Firmy</a:t>
          </a:r>
          <a:endParaRPr lang="en-US" sz="3700" kern="1200"/>
        </a:p>
      </dsp:txBody>
      <dsp:txXfrm>
        <a:off x="43321" y="3053682"/>
        <a:ext cx="9400048" cy="800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6/8/2024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3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8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5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0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63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51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3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9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7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89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70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5953" y="1375495"/>
            <a:ext cx="1133856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1146" y="1"/>
            <a:ext cx="566928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4A856B4-9C43-706F-84D0-51A49A0EF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6858" y="1247140"/>
            <a:ext cx="3609982" cy="3450844"/>
          </a:xfrm>
        </p:spPr>
        <p:txBody>
          <a:bodyPr>
            <a:normAutofit/>
          </a:bodyPr>
          <a:lstStyle/>
          <a:p>
            <a:r>
              <a:rPr lang="pl-PL" sz="4800"/>
              <a:t>FlashMind</a:t>
            </a:r>
            <a:endParaRPr lang="pl-PL" sz="4800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761E102-B16C-0100-0E94-70637D155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6858" y="4818126"/>
            <a:ext cx="3609982" cy="1268984"/>
          </a:xfrm>
        </p:spPr>
        <p:txBody>
          <a:bodyPr>
            <a:normAutofit/>
          </a:bodyPr>
          <a:lstStyle/>
          <a:p>
            <a:r>
              <a:rPr lang="pl-PL" dirty="0"/>
              <a:t>Aplikacja do nauki</a:t>
            </a:r>
          </a:p>
        </p:txBody>
      </p:sp>
      <p:pic>
        <p:nvPicPr>
          <p:cNvPr id="5" name="Obraz 4" descr="Obraz zawierający Grafika, zrzut ekranu, symbol, krąg&#10;&#10;Opis wygenerowany automatycznie">
            <a:extLst>
              <a:ext uri="{FF2B5EF4-FFF2-40B4-BE49-F238E27FC236}">
                <a16:creationId xmlns:a16="http://schemas.microsoft.com/office/drawing/2014/main" id="{214FED89-5803-D0A1-2AF8-6E1D1B52F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54" y="1375494"/>
            <a:ext cx="4588577" cy="458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2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8A509E-C0EE-2B2E-91C2-BAB9E463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Funkcjonalności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5A3E36C-81AD-3C55-C996-F6F39C6238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87710" y="2160016"/>
          <a:ext cx="9486690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843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8A509E-C0EE-2B2E-91C2-BAB9E463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Funkcjonalności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5A3E36C-81AD-3C55-C996-F6F39C623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9818691"/>
              </p:ext>
            </p:extLst>
          </p:nvPr>
        </p:nvGraphicFramePr>
        <p:xfrm>
          <a:off x="1587710" y="2160016"/>
          <a:ext cx="9486690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7895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8A509E-C0EE-2B2E-91C2-BAB9E463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Funkcjonalności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5A3E36C-81AD-3C55-C996-F6F39C623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370046"/>
              </p:ext>
            </p:extLst>
          </p:nvPr>
        </p:nvGraphicFramePr>
        <p:xfrm>
          <a:off x="1587710" y="2160016"/>
          <a:ext cx="9486690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078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8A509E-C0EE-2B2E-91C2-BAB9E463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Funkcjonalności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5A3E36C-81AD-3C55-C996-F6F39C623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247208"/>
              </p:ext>
            </p:extLst>
          </p:nvPr>
        </p:nvGraphicFramePr>
        <p:xfrm>
          <a:off x="1587710" y="2160016"/>
          <a:ext cx="9486690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718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8A509E-C0EE-2B2E-91C2-BAB9E463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Funkcjonalności (dodatkowe)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5A3E36C-81AD-3C55-C996-F6F39C623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652774"/>
              </p:ext>
            </p:extLst>
          </p:nvPr>
        </p:nvGraphicFramePr>
        <p:xfrm>
          <a:off x="1587710" y="2160016"/>
          <a:ext cx="9486690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939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AE8E61-5493-5985-DA8F-E7842C3E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Mocne strony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DB33E9F-540C-3F47-D410-CA48A23866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87710" y="2160016"/>
          <a:ext cx="9486690" cy="424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635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6DA97320-228E-48F3-BCFA-423F983C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6928"/>
            <a:ext cx="1133856" cy="629107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2C9F0975-851A-4FEC-B19A-6EC12C0D5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5072" y="1"/>
            <a:ext cx="566928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8876A64-283A-0188-22A9-8BBEAC31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55613"/>
            <a:ext cx="4767031" cy="1549400"/>
          </a:xfrm>
        </p:spPr>
        <p:txBody>
          <a:bodyPr>
            <a:normAutofit/>
          </a:bodyPr>
          <a:lstStyle/>
          <a:p>
            <a:r>
              <a:rPr lang="pl-PL" dirty="0"/>
              <a:t>Wykorzystane technologie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F968933-0C5B-9EF9-F705-EA81E10C2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160588"/>
            <a:ext cx="4767031" cy="3925887"/>
          </a:xfrm>
        </p:spPr>
        <p:txBody>
          <a:bodyPr>
            <a:normAutofit/>
          </a:bodyPr>
          <a:lstStyle/>
          <a:p>
            <a:endParaRPr lang="pl-PL" dirty="0"/>
          </a:p>
          <a:p>
            <a:endParaRPr lang="pl-PL" dirty="0"/>
          </a:p>
          <a:p>
            <a:r>
              <a:rPr lang="pl-PL" dirty="0" err="1"/>
              <a:t>Python</a:t>
            </a:r>
            <a:endParaRPr lang="pl-PL" dirty="0"/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SQLite3</a:t>
            </a:r>
          </a:p>
          <a:p>
            <a:endParaRPr lang="en-US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0EA6DA7-1EBD-53E0-F76A-44AC64B6F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6054" y="1227180"/>
            <a:ext cx="4245788" cy="424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4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EB89E8-8190-6896-7695-FFE06D570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Biblioteki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BCF58D81-DF43-E2FB-7F0B-C0D5D48224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87710" y="2160016"/>
          <a:ext cx="9486690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5269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2943F62-D512-29E1-04B7-7655FEAB1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>
            <a:normAutofit/>
          </a:bodyPr>
          <a:lstStyle/>
          <a:p>
            <a:r>
              <a:rPr lang="pl-PL" dirty="0"/>
              <a:t>Struktura kodu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4D06725-6E1A-0B27-4AEB-60A3EB9CD2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980138"/>
              </p:ext>
            </p:extLst>
          </p:nvPr>
        </p:nvGraphicFramePr>
        <p:xfrm>
          <a:off x="1587500" y="2160588"/>
          <a:ext cx="9486900" cy="3925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6310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1301" y="565153"/>
            <a:ext cx="2770699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30C41CB-44F5-9747-8C74-57D001A5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1" y="455362"/>
            <a:ext cx="7846501" cy="1550419"/>
          </a:xfrm>
        </p:spPr>
        <p:txBody>
          <a:bodyPr>
            <a:normAutofit/>
          </a:bodyPr>
          <a:lstStyle/>
          <a:p>
            <a:r>
              <a:rPr lang="pl-PL" dirty="0"/>
              <a:t>Przeprowadzone testy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90007" y="1"/>
            <a:ext cx="2201993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Symbol zastępczy zawartości 3">
            <a:extLst>
              <a:ext uri="{FF2B5EF4-FFF2-40B4-BE49-F238E27FC236}">
                <a16:creationId xmlns:a16="http://schemas.microsoft.com/office/drawing/2014/main" id="{06E8AD58-484B-E03A-A67F-FE2099D9AE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732451"/>
              </p:ext>
            </p:extLst>
          </p:nvPr>
        </p:nvGraphicFramePr>
        <p:xfrm>
          <a:off x="1117601" y="2160588"/>
          <a:ext cx="7846501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7102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F4D32C-5E9A-DB57-1752-5C85601E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Interesariusze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73B573A8-936E-9DA6-B4F2-4BB048483D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357847"/>
              </p:ext>
            </p:extLst>
          </p:nvPr>
        </p:nvGraphicFramePr>
        <p:xfrm>
          <a:off x="1587710" y="2160016"/>
          <a:ext cx="9486690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678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C154CB0-781B-1A42-43A0-479EE0084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040" y="455362"/>
            <a:ext cx="6991800" cy="1550419"/>
          </a:xfrm>
        </p:spPr>
        <p:txBody>
          <a:bodyPr>
            <a:normAutofit/>
          </a:bodyPr>
          <a:lstStyle/>
          <a:p>
            <a:r>
              <a:rPr lang="pl-PL" dirty="0"/>
              <a:t>Potencjał biznesowy</a:t>
            </a:r>
          </a:p>
        </p:txBody>
      </p:sp>
      <p:pic>
        <p:nvPicPr>
          <p:cNvPr id="16" name="Picture 4" descr="Sfera złożona z siatki i węzłów">
            <a:extLst>
              <a:ext uri="{FF2B5EF4-FFF2-40B4-BE49-F238E27FC236}">
                <a16:creationId xmlns:a16="http://schemas.microsoft.com/office/drawing/2014/main" id="{3D038BBA-E098-24FF-333D-1B873270C2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74" r="11686"/>
          <a:stretch/>
        </p:blipFill>
        <p:spPr>
          <a:xfrm>
            <a:off x="20" y="10"/>
            <a:ext cx="4173348" cy="6857990"/>
          </a:xfrm>
          <a:custGeom>
            <a:avLst/>
            <a:gdLst/>
            <a:ahLst/>
            <a:cxnLst/>
            <a:rect l="l" t="t" r="r" b="b"/>
            <a:pathLst>
              <a:path w="4173368" h="6858000">
                <a:moveTo>
                  <a:pt x="0" y="0"/>
                </a:moveTo>
                <a:lnTo>
                  <a:pt x="3603641" y="0"/>
                </a:lnTo>
                <a:lnTo>
                  <a:pt x="3603641" y="565149"/>
                </a:lnTo>
                <a:lnTo>
                  <a:pt x="4173368" y="565149"/>
                </a:lnTo>
                <a:lnTo>
                  <a:pt x="41733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Rectangle 1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9512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9512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9C5427F-D1E2-720E-47CE-03CF31BF3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040" y="2160016"/>
            <a:ext cx="6991800" cy="3926152"/>
          </a:xfrm>
        </p:spPr>
        <p:txBody>
          <a:bodyPr>
            <a:normAutofit/>
          </a:bodyPr>
          <a:lstStyle/>
          <a:p>
            <a:r>
              <a:rPr lang="pl-PL"/>
              <a:t>Nisza użytkowników desktopowych</a:t>
            </a:r>
          </a:p>
          <a:p>
            <a:r>
              <a:rPr lang="pl-PL"/>
              <a:t>Jednorazowe opłaty lub subskrypcje za dostęp do aplikacji</a:t>
            </a:r>
          </a:p>
          <a:p>
            <a:r>
              <a:rPr lang="pl-PL"/>
              <a:t>Licencjonowanie dla instytucji edukacyjnych oraz firm</a:t>
            </a:r>
          </a:p>
          <a:p>
            <a:r>
              <a:rPr lang="pl-PL"/>
              <a:t>Reklamy</a:t>
            </a:r>
          </a:p>
          <a:p>
            <a:r>
              <a:rPr lang="pl-PL"/>
              <a:t>Regularne aktualizacje i wsparcie techniczne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04336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4DB94E-49E5-067D-77B1-B1204C8AF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F1C029-3C5C-AF3E-BAEA-FF25E676D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1535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0"/>
            <a:ext cx="121859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az 5" descr="Obraz zawierający osoba, obuwie, ubrania&#10;&#10;Opis wygenerowany automatycznie">
            <a:extLst>
              <a:ext uri="{FF2B5EF4-FFF2-40B4-BE49-F238E27FC236}">
                <a16:creationId xmlns:a16="http://schemas.microsoft.com/office/drawing/2014/main" id="{7727B2D1-73D4-801D-4DAD-82F8995AA9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9" r="7901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8" name="Rectangle">
            <a:extLst>
              <a:ext uri="{FF2B5EF4-FFF2-40B4-BE49-F238E27FC236}">
                <a16:creationId xmlns:a16="http://schemas.microsoft.com/office/drawing/2014/main" id="{44037D61-FFBD-0342-90C5-D1AD7C89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02096"/>
            <a:ext cx="9421303" cy="275590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ADF5D62-CE0F-9AB1-1AA9-6391C0FE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4642192"/>
            <a:ext cx="8393008" cy="10156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Praca w zespole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1302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8" name="Rectangle 41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8433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0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EE49E8E-8BE0-A88E-8191-419501EB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8462" y="455362"/>
            <a:ext cx="3677491" cy="1550419"/>
          </a:xfrm>
        </p:spPr>
        <p:txBody>
          <a:bodyPr>
            <a:normAutofit/>
          </a:bodyPr>
          <a:lstStyle/>
          <a:p>
            <a:r>
              <a:rPr lang="pl-PL" dirty="0"/>
              <a:t>Główne role</a:t>
            </a:r>
          </a:p>
        </p:txBody>
      </p:sp>
      <p:pic>
        <p:nvPicPr>
          <p:cNvPr id="7" name="Picture 4" descr="Skrypt komputerowy na ekranie">
            <a:extLst>
              <a:ext uri="{FF2B5EF4-FFF2-40B4-BE49-F238E27FC236}">
                <a16:creationId xmlns:a16="http://schemas.microsoft.com/office/drawing/2014/main" id="{442A468E-0320-D6DC-4183-1C888B183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542" b="-1"/>
          <a:stretch/>
        </p:blipFill>
        <p:spPr>
          <a:xfrm>
            <a:off x="20" y="10"/>
            <a:ext cx="7444308" cy="6857990"/>
          </a:xfrm>
          <a:custGeom>
            <a:avLst/>
            <a:gdLst/>
            <a:ahLst/>
            <a:cxnLst/>
            <a:rect l="l" t="t" r="r" b="b"/>
            <a:pathLst>
              <a:path w="7444328" h="6858000">
                <a:moveTo>
                  <a:pt x="0" y="0"/>
                </a:moveTo>
                <a:lnTo>
                  <a:pt x="6874601" y="0"/>
                </a:lnTo>
                <a:lnTo>
                  <a:pt x="6874601" y="565149"/>
                </a:lnTo>
                <a:lnTo>
                  <a:pt x="7444328" y="565149"/>
                </a:lnTo>
                <a:lnTo>
                  <a:pt x="74443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10472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10472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ymbol zastępczy zawartości 2">
            <a:extLst>
              <a:ext uri="{FF2B5EF4-FFF2-40B4-BE49-F238E27FC236}">
                <a16:creationId xmlns:a16="http://schemas.microsoft.com/office/drawing/2014/main" id="{E37357FF-DA25-401C-ADA7-306D56896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525" y="1638906"/>
            <a:ext cx="3677491" cy="39261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l-PL" sz="2000" dirty="0"/>
              <a:t>Mateusz Wołowiec – kierownik, tester, dokumentalista</a:t>
            </a:r>
          </a:p>
          <a:p>
            <a:pPr>
              <a:lnSpc>
                <a:spcPct val="100000"/>
              </a:lnSpc>
            </a:pPr>
            <a:r>
              <a:rPr lang="pl-PL" sz="2000" dirty="0"/>
              <a:t>Wiktor Drab – </a:t>
            </a:r>
            <a:r>
              <a:rPr lang="pl-PL" sz="2000" dirty="0" err="1"/>
              <a:t>backend</a:t>
            </a:r>
            <a:r>
              <a:rPr lang="pl-PL" sz="2000" dirty="0"/>
              <a:t> developer, dokumentalista</a:t>
            </a:r>
          </a:p>
          <a:p>
            <a:pPr>
              <a:lnSpc>
                <a:spcPct val="100000"/>
              </a:lnSpc>
            </a:pPr>
            <a:r>
              <a:rPr lang="pl-PL" sz="2000" dirty="0"/>
              <a:t>Marcin Sztukowski – </a:t>
            </a:r>
            <a:r>
              <a:rPr lang="pl-PL" sz="2000" dirty="0" err="1"/>
              <a:t>backend</a:t>
            </a:r>
            <a:r>
              <a:rPr lang="pl-PL" sz="2000" dirty="0"/>
              <a:t> developer, </a:t>
            </a:r>
            <a:r>
              <a:rPr lang="pl-PL" sz="2000" dirty="0" err="1"/>
              <a:t>frontend</a:t>
            </a:r>
            <a:r>
              <a:rPr lang="pl-PL" sz="2000" dirty="0"/>
              <a:t> developer</a:t>
            </a:r>
          </a:p>
          <a:p>
            <a:pPr>
              <a:lnSpc>
                <a:spcPct val="100000"/>
              </a:lnSpc>
            </a:pPr>
            <a:r>
              <a:rPr lang="pl-PL" sz="2000" dirty="0"/>
              <a:t>Wojciech </a:t>
            </a:r>
            <a:r>
              <a:rPr lang="pl-PL" sz="2000" dirty="0" err="1"/>
              <a:t>Mikula</a:t>
            </a:r>
            <a:r>
              <a:rPr lang="pl-PL" sz="2000" dirty="0"/>
              <a:t> – </a:t>
            </a:r>
            <a:r>
              <a:rPr lang="pl-PL" sz="2000" dirty="0" err="1"/>
              <a:t>frontend</a:t>
            </a:r>
            <a:r>
              <a:rPr lang="pl-PL" sz="2000" dirty="0"/>
              <a:t> developer, tester</a:t>
            </a:r>
          </a:p>
          <a:p>
            <a:pPr>
              <a:lnSpc>
                <a:spcPct val="100000"/>
              </a:lnSpc>
            </a:pPr>
            <a:r>
              <a:rPr lang="pl-PL" sz="2000" dirty="0"/>
              <a:t>Jakub Paczek – </a:t>
            </a:r>
            <a:r>
              <a:rPr lang="pl-PL" sz="2000" dirty="0" err="1"/>
              <a:t>frontend</a:t>
            </a:r>
            <a:r>
              <a:rPr lang="pl-PL" sz="2000" dirty="0"/>
              <a:t> developer, tester</a:t>
            </a:r>
          </a:p>
        </p:txBody>
      </p:sp>
    </p:spTree>
    <p:extLst>
      <p:ext uri="{BB962C8B-B14F-4D97-AF65-F5344CB8AC3E}">
        <p14:creationId xmlns:p14="http://schemas.microsoft.com/office/powerpoint/2010/main" val="1669641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47FD0E-C93A-490E-9994-C79DC8977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Cyferblat zegarka">
            <a:extLst>
              <a:ext uri="{FF2B5EF4-FFF2-40B4-BE49-F238E27FC236}">
                <a16:creationId xmlns:a16="http://schemas.microsoft.com/office/drawing/2014/main" id="{7799FDA7-15BD-0CA3-DA52-0E42316A2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0" r="-1" b="14989"/>
          <a:stretch/>
        </p:blipFill>
        <p:spPr>
          <a:xfrm>
            <a:off x="3048" y="-24"/>
            <a:ext cx="1218895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CDD2F19-0AAB-46D2-A7D4-9BD8F7E42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78792" y="-578805"/>
            <a:ext cx="6858003" cy="8015586"/>
          </a:xfrm>
          <a:prstGeom prst="rect">
            <a:avLst/>
          </a:prstGeom>
          <a:gradFill flip="none" rotWithShape="1">
            <a:gsLst>
              <a:gs pos="48000">
                <a:sysClr val="windowText" lastClr="000000">
                  <a:alpha val="30000"/>
                </a:sysClr>
              </a:gs>
              <a:gs pos="85000">
                <a:sysClr val="windowText" lastClr="000000">
                  <a:alpha val="51000"/>
                </a:sysClr>
              </a:gs>
              <a:gs pos="0">
                <a:sysClr val="windowText" lastClr="000000">
                  <a:alpha val="0"/>
                </a:sys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13FCC4F-45F7-0173-D6C6-13E9FA6B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556" y="260732"/>
            <a:ext cx="4650160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i="0" dirty="0" err="1">
                <a:solidFill>
                  <a:srgbClr val="FFFFFF"/>
                </a:solidFill>
                <a:effectLst/>
              </a:rPr>
              <a:t>Czy</a:t>
            </a:r>
            <a:r>
              <a:rPr lang="en-US" sz="4200" i="0" dirty="0">
                <a:solidFill>
                  <a:srgbClr val="FFFFFF"/>
                </a:solidFill>
                <a:effectLst/>
              </a:rPr>
              <a:t> </a:t>
            </a:r>
            <a:r>
              <a:rPr lang="en-US" sz="4200" i="0" dirty="0" err="1">
                <a:solidFill>
                  <a:srgbClr val="FFFFFF"/>
                </a:solidFill>
                <a:effectLst/>
              </a:rPr>
              <a:t>utworzylibyśmy</a:t>
            </a:r>
            <a:r>
              <a:rPr lang="en-US" sz="4200" i="0" dirty="0">
                <a:solidFill>
                  <a:srgbClr val="FFFFFF"/>
                </a:solidFill>
                <a:effectLst/>
              </a:rPr>
              <a:t> t</a:t>
            </a:r>
            <a:r>
              <a:rPr lang="pl-PL" sz="4200" i="0" dirty="0">
                <a:solidFill>
                  <a:srgbClr val="FFFFFF"/>
                </a:solidFill>
                <a:effectLst/>
              </a:rPr>
              <a:t>ę</a:t>
            </a:r>
            <a:r>
              <a:rPr lang="en-US" sz="4200" i="0" dirty="0">
                <a:solidFill>
                  <a:srgbClr val="FFFFFF"/>
                </a:solidFill>
                <a:effectLst/>
              </a:rPr>
              <a:t> </a:t>
            </a:r>
            <a:r>
              <a:rPr lang="en-US" sz="4200" i="0" dirty="0" err="1">
                <a:solidFill>
                  <a:srgbClr val="FFFFFF"/>
                </a:solidFill>
                <a:effectLst/>
              </a:rPr>
              <a:t>grupę</a:t>
            </a:r>
            <a:r>
              <a:rPr lang="en-US" sz="4200" i="0" dirty="0">
                <a:solidFill>
                  <a:srgbClr val="FFFFFF"/>
                </a:solidFill>
                <a:effectLst/>
              </a:rPr>
              <a:t> po </a:t>
            </a:r>
            <a:r>
              <a:rPr lang="en-US" sz="4200" i="0" dirty="0" err="1">
                <a:solidFill>
                  <a:srgbClr val="FFFFFF"/>
                </a:solidFill>
                <a:effectLst/>
              </a:rPr>
              <a:t>raz</a:t>
            </a:r>
            <a:r>
              <a:rPr lang="en-US" sz="4200" i="0" dirty="0">
                <a:solidFill>
                  <a:srgbClr val="FFFFFF"/>
                </a:solidFill>
                <a:effectLst/>
              </a:rPr>
              <a:t> </a:t>
            </a:r>
            <a:r>
              <a:rPr lang="en-US" sz="4200" i="0" dirty="0" err="1">
                <a:solidFill>
                  <a:srgbClr val="FFFFFF"/>
                </a:solidFill>
                <a:effectLst/>
              </a:rPr>
              <a:t>drugi</a:t>
            </a:r>
            <a:r>
              <a:rPr lang="en-US" sz="4200" i="0" dirty="0">
                <a:solidFill>
                  <a:srgbClr val="FFFFFF"/>
                </a:solidFill>
                <a:effectLst/>
              </a:rPr>
              <a:t>?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77B2DF-AF44-4996-BBFD-5DF9162BE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6BECB9-A7FC-400F-8502-97A13BB87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96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47FD0E-C93A-490E-9994-C79DC8977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soba idąca na przechodzenie schodów">
            <a:extLst>
              <a:ext uri="{FF2B5EF4-FFF2-40B4-BE49-F238E27FC236}">
                <a16:creationId xmlns:a16="http://schemas.microsoft.com/office/drawing/2014/main" id="{0FF49F88-C7E7-6128-8E87-76245D2B1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55" r="-1" b="11354"/>
          <a:stretch/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CDD2F19-0AAB-46D2-A7D4-9BD8F7E42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78792" y="-578805"/>
            <a:ext cx="6858003" cy="8015586"/>
          </a:xfrm>
          <a:prstGeom prst="rect">
            <a:avLst/>
          </a:prstGeom>
          <a:gradFill flip="none" rotWithShape="1">
            <a:gsLst>
              <a:gs pos="48000">
                <a:sysClr val="windowText" lastClr="000000">
                  <a:alpha val="30000"/>
                </a:sysClr>
              </a:gs>
              <a:gs pos="85000">
                <a:sysClr val="windowText" lastClr="000000">
                  <a:alpha val="51000"/>
                </a:sysClr>
              </a:gs>
              <a:gs pos="0">
                <a:sysClr val="windowText" lastClr="000000">
                  <a:alpha val="0"/>
                </a:sys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A0FC7F1-7200-DD52-19EF-1E6A259C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346" y="4403295"/>
            <a:ext cx="4650160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i="0" dirty="0">
                <a:solidFill>
                  <a:srgbClr val="FFFFFF"/>
                </a:solidFill>
                <a:effectLst/>
              </a:rPr>
              <a:t>Co </a:t>
            </a:r>
            <a:r>
              <a:rPr lang="en-US" sz="5600" i="0" dirty="0" err="1">
                <a:solidFill>
                  <a:srgbClr val="FFFFFF"/>
                </a:solidFill>
                <a:effectLst/>
              </a:rPr>
              <a:t>zrobilibyśmy</a:t>
            </a:r>
            <a:r>
              <a:rPr lang="en-US" sz="5600" i="0" dirty="0">
                <a:solidFill>
                  <a:srgbClr val="FFFFFF"/>
                </a:solidFill>
                <a:effectLst/>
              </a:rPr>
              <a:t> </a:t>
            </a:r>
            <a:r>
              <a:rPr lang="en-US" sz="5600" i="0" dirty="0" err="1">
                <a:solidFill>
                  <a:srgbClr val="FFFFFF"/>
                </a:solidFill>
                <a:effectLst/>
              </a:rPr>
              <a:t>inaczej</a:t>
            </a:r>
            <a:r>
              <a:rPr lang="en-US" sz="5600" i="0" dirty="0">
                <a:solidFill>
                  <a:srgbClr val="FFFFFF"/>
                </a:solidFill>
                <a:effectLst/>
              </a:rPr>
              <a:t>?</a:t>
            </a:r>
            <a:br>
              <a:rPr lang="en-US" sz="5600" i="0" dirty="0">
                <a:solidFill>
                  <a:srgbClr val="FFFFFF"/>
                </a:solidFill>
                <a:effectLst/>
              </a:rPr>
            </a:b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77B2DF-AF44-4996-BBFD-5DF9162BE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6BECB9-A7FC-400F-8502-97A13BB87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40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31" name="Rectangle 12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4" descr="Ręce z nadgarstkami i wzajemnie połączone w celu utworzenia okręgu">
            <a:extLst>
              <a:ext uri="{FF2B5EF4-FFF2-40B4-BE49-F238E27FC236}">
                <a16:creationId xmlns:a16="http://schemas.microsoft.com/office/drawing/2014/main" id="{61F24D95-7B5C-A8EC-CE8D-9102FF8B11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15708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3" name="Rectangle">
            <a:extLst>
              <a:ext uri="{FF2B5EF4-FFF2-40B4-BE49-F238E27FC236}">
                <a16:creationId xmlns:a16="http://schemas.microsoft.com/office/drawing/2014/main" id="{9F0EA5A9-0D12-3644-BBEC-6D9D192EB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755908" cy="6858001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54F8357-670B-839D-6C51-F1C60435F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1247140"/>
            <a:ext cx="3609982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i="0" dirty="0">
                <a:effectLst/>
              </a:rPr>
              <a:t>Jak </a:t>
            </a:r>
            <a:r>
              <a:rPr lang="en-US" sz="3700" i="0" dirty="0" err="1">
                <a:effectLst/>
              </a:rPr>
              <a:t>nasz</a:t>
            </a:r>
            <a:r>
              <a:rPr lang="en-US" sz="3700" i="0" dirty="0">
                <a:effectLst/>
              </a:rPr>
              <a:t> </a:t>
            </a:r>
            <a:r>
              <a:rPr lang="en-US" sz="3700" i="0" dirty="0" err="1">
                <a:effectLst/>
              </a:rPr>
              <a:t>zespół</a:t>
            </a:r>
            <a:r>
              <a:rPr lang="en-US" sz="3700" i="0" dirty="0">
                <a:effectLst/>
              </a:rPr>
              <a:t> </a:t>
            </a:r>
            <a:r>
              <a:rPr lang="en-US" sz="3700" i="0" dirty="0" err="1">
                <a:effectLst/>
              </a:rPr>
              <a:t>poradził</a:t>
            </a:r>
            <a:r>
              <a:rPr lang="en-US" sz="3700" i="0" dirty="0">
                <a:effectLst/>
              </a:rPr>
              <a:t> </a:t>
            </a:r>
            <a:r>
              <a:rPr lang="en-US" sz="3700" i="0" dirty="0" err="1">
                <a:effectLst/>
              </a:rPr>
              <a:t>sobie</a:t>
            </a:r>
            <a:r>
              <a:rPr lang="en-US" sz="3700" i="0" dirty="0">
                <a:effectLst/>
              </a:rPr>
              <a:t> w </a:t>
            </a:r>
            <a:r>
              <a:rPr lang="en-US" sz="3700" i="0" dirty="0" err="1">
                <a:effectLst/>
              </a:rPr>
              <a:t>tym</a:t>
            </a:r>
            <a:r>
              <a:rPr lang="en-US" sz="3700" i="0" dirty="0">
                <a:effectLst/>
              </a:rPr>
              <a:t> </a:t>
            </a:r>
            <a:r>
              <a:rPr lang="en-US" sz="3700" i="0" dirty="0" err="1">
                <a:effectLst/>
              </a:rPr>
              <a:t>projekcie</a:t>
            </a:r>
            <a:r>
              <a:rPr lang="en-US" sz="3700" i="0" dirty="0">
                <a:effectLst/>
              </a:rPr>
              <a:t>?</a:t>
            </a:r>
            <a:br>
              <a:rPr lang="en-US" sz="3700" i="0" dirty="0">
                <a:effectLst/>
              </a:rPr>
            </a:br>
            <a:endParaRPr lang="en-US" sz="3700" dirty="0"/>
          </a:p>
        </p:txBody>
      </p:sp>
      <p:sp>
        <p:nvSpPr>
          <p:cNvPr id="34" name="Rectangle 16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0282" y="1375495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5" name="Rectangle 18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0281" y="0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45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D07FF-AF13-4B0E-FF19-812D3C449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Dziękujemy za uwagę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0C59BD-FF55-A533-7B94-2916C1A95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72928"/>
            <a:ext cx="10515799" cy="4355691"/>
          </a:xfrm>
        </p:spPr>
        <p:txBody>
          <a:bodyPr>
            <a:normAutofit/>
          </a:bodyPr>
          <a:lstStyle/>
          <a:p>
            <a:r>
              <a:rPr lang="pl-PL" sz="2400" b="1" dirty="0"/>
              <a:t>Projekt wykonali:</a:t>
            </a:r>
          </a:p>
          <a:p>
            <a:pPr lvl="1"/>
            <a:r>
              <a:rPr lang="pl-PL" sz="2000" dirty="0"/>
              <a:t>Mateusz Wołowiec</a:t>
            </a:r>
          </a:p>
          <a:p>
            <a:pPr lvl="1"/>
            <a:r>
              <a:rPr lang="pl-PL" sz="2000" dirty="0"/>
              <a:t>Wiktor Drab</a:t>
            </a:r>
          </a:p>
          <a:p>
            <a:pPr lvl="1"/>
            <a:r>
              <a:rPr lang="pl-PL" sz="2000" dirty="0"/>
              <a:t>Marcin Sztukowski</a:t>
            </a:r>
          </a:p>
          <a:p>
            <a:pPr lvl="1"/>
            <a:r>
              <a:rPr lang="pl-PL" sz="2000" dirty="0"/>
              <a:t>Wojciech </a:t>
            </a:r>
            <a:r>
              <a:rPr lang="pl-PL" sz="2000" dirty="0" err="1"/>
              <a:t>Mikula</a:t>
            </a:r>
            <a:endParaRPr lang="pl-PL" sz="2000" dirty="0"/>
          </a:p>
          <a:p>
            <a:pPr lvl="1"/>
            <a:r>
              <a:rPr lang="pl-PL" sz="2000" dirty="0"/>
              <a:t>Jakub Paczek</a:t>
            </a:r>
          </a:p>
        </p:txBody>
      </p:sp>
    </p:spTree>
    <p:extLst>
      <p:ext uri="{BB962C8B-B14F-4D97-AF65-F5344CB8AC3E}">
        <p14:creationId xmlns:p14="http://schemas.microsoft.com/office/powerpoint/2010/main" val="3241729218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F39C6960942E44891E492E3A9C01A6E" ma:contentTypeVersion="7" ma:contentTypeDescription="Utwórz nowy dokument." ma:contentTypeScope="" ma:versionID="f1b7bc34f17bac85dce8c6dbafda60f0">
  <xsd:schema xmlns:xsd="http://www.w3.org/2001/XMLSchema" xmlns:xs="http://www.w3.org/2001/XMLSchema" xmlns:p="http://schemas.microsoft.com/office/2006/metadata/properties" xmlns:ns3="db0cadb9-5265-4fb8-9d20-f289be8f6bcd" xmlns:ns4="5412358c-cc0a-442d-943e-f07b432d4f74" targetNamespace="http://schemas.microsoft.com/office/2006/metadata/properties" ma:root="true" ma:fieldsID="56c32c8e30e097c283134cf1b6856dc5" ns3:_="" ns4:_="">
    <xsd:import namespace="db0cadb9-5265-4fb8-9d20-f289be8f6bcd"/>
    <xsd:import namespace="5412358c-cc0a-442d-943e-f07b432d4f74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0cadb9-5265-4fb8-9d20-f289be8f6bc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12358c-cc0a-442d-943e-f07b432d4f7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0cadb9-5265-4fb8-9d20-f289be8f6bcd" xsi:nil="true"/>
  </documentManagement>
</p:properties>
</file>

<file path=customXml/itemProps1.xml><?xml version="1.0" encoding="utf-8"?>
<ds:datastoreItem xmlns:ds="http://schemas.openxmlformats.org/officeDocument/2006/customXml" ds:itemID="{42F0EC57-1909-4332-8883-CDA9E35F12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F98946-59C6-4A92-BAAA-C775A8661F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0cadb9-5265-4fb8-9d20-f289be8f6bcd"/>
    <ds:schemaRef ds:uri="5412358c-cc0a-442d-943e-f07b432d4f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A6B6CB-D11A-4F9F-A82C-282179D01670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  <ds:schemaRef ds:uri="http://purl.org/dc/elements/1.1/"/>
    <ds:schemaRef ds:uri="db0cadb9-5265-4fb8-9d20-f289be8f6bcd"/>
    <ds:schemaRef ds:uri="http://schemas.openxmlformats.org/package/2006/metadata/core-properties"/>
    <ds:schemaRef ds:uri="5412358c-cc0a-442d-943e-f07b432d4f74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249</Words>
  <Application>Microsoft Office PowerPoint</Application>
  <PresentationFormat>Panoramiczny</PresentationFormat>
  <Paragraphs>85</Paragraphs>
  <Slides>20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5" baseType="lpstr">
      <vt:lpstr>Arial</vt:lpstr>
      <vt:lpstr>Avenir Next</vt:lpstr>
      <vt:lpstr>Century Gothic</vt:lpstr>
      <vt:lpstr>Neue Haas Grotesk Text Pro</vt:lpstr>
      <vt:lpstr>InterweaveVTI</vt:lpstr>
      <vt:lpstr>FlashMind</vt:lpstr>
      <vt:lpstr>Funkcjonalności</vt:lpstr>
      <vt:lpstr>Funkcjonalności</vt:lpstr>
      <vt:lpstr>Funkcjonalności</vt:lpstr>
      <vt:lpstr>Funkcjonalności</vt:lpstr>
      <vt:lpstr>Funkcjonalności (dodatkowe)</vt:lpstr>
      <vt:lpstr>Mocne strony</vt:lpstr>
      <vt:lpstr>Wykorzystane technologie</vt:lpstr>
      <vt:lpstr>Biblioteki</vt:lpstr>
      <vt:lpstr>Struktura kodu</vt:lpstr>
      <vt:lpstr>Przeprowadzone testy</vt:lpstr>
      <vt:lpstr>Interesariusze</vt:lpstr>
      <vt:lpstr>Potencjał biznesowy</vt:lpstr>
      <vt:lpstr>Prezentacja programu PowerPoint</vt:lpstr>
      <vt:lpstr>Praca w zespole</vt:lpstr>
      <vt:lpstr>Główne role</vt:lpstr>
      <vt:lpstr>Czy utworzylibyśmy tę grupę po raz drugi?</vt:lpstr>
      <vt:lpstr>Co zrobilibyśmy inaczej? </vt:lpstr>
      <vt:lpstr>Jak nasz zespół poradził sobie w tym projekcie? 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 Mind App</dc:title>
  <dc:creator>Wiktor Drab</dc:creator>
  <cp:lastModifiedBy>Wiktor Drab</cp:lastModifiedBy>
  <cp:revision>5</cp:revision>
  <dcterms:created xsi:type="dcterms:W3CDTF">2024-06-03T18:20:08Z</dcterms:created>
  <dcterms:modified xsi:type="dcterms:W3CDTF">2024-06-08T21:51:13Z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0x0101000F39C6960942E44891E492E3A9C01A6E</vt:lpwstr>
  </property>
</Properties>
</file>